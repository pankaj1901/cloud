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E1B35-33C9-4F44-9E59-5D558F406F1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479F3-0B44-5844-AC30-CE11FED0F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5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1A254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FFE0"/>
          </a:solidFill>
          <a:ln w="12700">
            <a:solidFill>
              <a:srgbClr val="00F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 4-NODE REPLICATION CLUSTER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Server · DFS Replication · Multi-Site Topology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06640" y="146304"/>
            <a:ext cx="1554480" cy="347472"/>
          </a:xfrm>
          <a:prstGeom prst="rect">
            <a:avLst/>
          </a:prstGeom>
          <a:solidFill>
            <a:srgbClr val="00B4FF">
              <a:alpha val="2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46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NODES · 2 SITES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813816"/>
            <a:ext cx="457200" cy="0"/>
          </a:xfrm>
          <a:prstGeom prst="line">
            <a:avLst/>
          </a:prstGeom>
          <a:noFill/>
          <a:ln w="25400">
            <a:solidFill>
              <a:srgbClr val="00FF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749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SYNC (intra-DC)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017520" y="813816"/>
            <a:ext cx="4572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520440" y="749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5-MIN REPLICATION (inter-DC)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943600" y="777240"/>
            <a:ext cx="128016" cy="128016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749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MEMBER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498080" y="777240"/>
            <a:ext cx="128016" cy="12801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749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MEMBER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1024128"/>
            <a:ext cx="3474720" cy="3246120"/>
          </a:xfrm>
          <a:prstGeom prst="rect">
            <a:avLst/>
          </a:prstGeom>
          <a:solidFill>
            <a:srgbClr val="0D1F3C"/>
          </a:solidFill>
          <a:ln w="19050">
            <a:solidFill>
              <a:srgbClr val="1A4A8A"/>
            </a:solidFill>
            <a:prstDash val="solid"/>
          </a:ln>
          <a:effectLst>
            <a:outerShdw blurRad="127000" dist="25400" dir="8100000" algn="bl" rotWithShape="0">
              <a:srgbClr val="0050CC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1024128"/>
            <a:ext cx="3474720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1024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DATA CENTER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1463040"/>
            <a:ext cx="914400" cy="182880"/>
          </a:xfrm>
          <a:prstGeom prst="rect">
            <a:avLst/>
          </a:prstGeom>
          <a:solidFill>
            <a:srgbClr val="00B4FF">
              <a:alpha val="20000"/>
            </a:srgbClr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46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SITE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20040" y="1719072"/>
            <a:ext cx="3200400" cy="201168"/>
          </a:xfrm>
          <a:prstGeom prst="rect">
            <a:avLst/>
          </a:prstGeom>
          <a:solidFill>
            <a:srgbClr val="00FFE0">
              <a:alpha val="8000"/>
            </a:srgbClr>
          </a:solidFill>
          <a:ln w="6350">
            <a:solidFill>
              <a:srgbClr val="00FFE0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1719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00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 REPLICATION GROUP — PDC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65760" y="2011680"/>
            <a:ext cx="3108960" cy="914400"/>
          </a:xfrm>
          <a:prstGeom prst="rect">
            <a:avLst/>
          </a:prstGeom>
          <a:solidFill>
            <a:srgbClr val="111C35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2011680"/>
            <a:ext cx="54864" cy="914400"/>
          </a:xfrm>
          <a:prstGeom prst="rect">
            <a:avLst/>
          </a:prstGeom>
          <a:solidFill>
            <a:srgbClr val="00B4FF"/>
          </a:solidFill>
          <a:ln w="12700">
            <a:solidFill>
              <a:srgbClr val="00B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73552" y="210312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066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PDC-FS-01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2286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FILE SERVER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 WS 2022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225296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25296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Hub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975104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75104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DFSR: ON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724912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24912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920240" y="2962656"/>
            <a:ext cx="0" cy="310896"/>
          </a:xfrm>
          <a:prstGeom prst="line">
            <a:avLst/>
          </a:prstGeom>
          <a:noFill/>
          <a:ln w="25400">
            <a:solidFill>
              <a:srgbClr val="00FF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28800" y="294436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E0"/>
                </a:solidFill>
              </a:rPr>
              <a:t>▲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828800" y="318211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E0"/>
                </a:solidFill>
              </a:rPr>
              <a:t>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5800" y="3017520"/>
            <a:ext cx="2468880" cy="182880"/>
          </a:xfrm>
          <a:prstGeom prst="rect">
            <a:avLst/>
          </a:prstGeom>
          <a:solidFill>
            <a:srgbClr val="00FFE0">
              <a:alpha val="12000"/>
            </a:srgbClr>
          </a:solidFill>
          <a:ln w="10160">
            <a:solidFill>
              <a:srgbClr val="00FF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⟳  REAL-TIME SYNC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5760" y="3310128"/>
            <a:ext cx="3108960" cy="914400"/>
          </a:xfrm>
          <a:prstGeom prst="rect">
            <a:avLst/>
          </a:prstGeom>
          <a:solidFill>
            <a:srgbClr val="111C35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3310128"/>
            <a:ext cx="54864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73552" y="3401568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3364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PDC-FS-02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02920" y="3584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FILE SERVER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5488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 WS 2022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225296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25296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Spoke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975104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75104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DFSR: ON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724912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24912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Standby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486400" y="1024128"/>
            <a:ext cx="3474720" cy="3246120"/>
          </a:xfrm>
          <a:prstGeom prst="rect">
            <a:avLst/>
          </a:prstGeom>
          <a:solidFill>
            <a:srgbClr val="1A0D2E"/>
          </a:solidFill>
          <a:ln w="19050">
            <a:solidFill>
              <a:srgbClr val="4A1A7A"/>
            </a:solidFill>
            <a:prstDash val="solid"/>
          </a:ln>
          <a:effectLst>
            <a:outerShdw blurRad="127000" dist="25400" dir="8100000" algn="bl" rotWithShape="0">
              <a:srgbClr val="5000AA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486400" y="1024128"/>
            <a:ext cx="3474720" cy="365760"/>
          </a:xfrm>
          <a:prstGeom prst="rect">
            <a:avLst/>
          </a:prstGeom>
          <a:solidFill>
            <a:srgbClr val="4A1A7A"/>
          </a:solidFill>
          <a:ln w="12700">
            <a:solidFill>
              <a:srgbClr val="4A1A7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0" y="1024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DATA CENTER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577840" y="1463040"/>
            <a:ext cx="777240" cy="18288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77840" y="1463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SITE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623560" y="1719072"/>
            <a:ext cx="3200400" cy="201168"/>
          </a:xfrm>
          <a:prstGeom prst="rect">
            <a:avLst/>
          </a:prstGeom>
          <a:solidFill>
            <a:srgbClr val="A78BFA">
              <a:alpha val="8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1719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 REPLICATION GROUP — DR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669280" y="2011680"/>
            <a:ext cx="3108960" cy="914400"/>
          </a:xfrm>
          <a:prstGeom prst="rect">
            <a:avLst/>
          </a:prstGeom>
          <a:solidFill>
            <a:srgbClr val="111C35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669280" y="2011680"/>
            <a:ext cx="54864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77072" y="210312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06440" y="2066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DRC-FS-01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806440" y="2286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PRIMARY FILE SERVER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779008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79008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 WS 2022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6528816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28816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Hub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278624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78624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DFSR: ON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8028432" y="2487168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28432" y="24871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7223760" y="2962656"/>
            <a:ext cx="0" cy="31089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32320" y="294436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</a:rPr>
              <a:t>▲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132320" y="318211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</a:rPr>
              <a:t>▼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989320" y="3017520"/>
            <a:ext cx="2468880" cy="182880"/>
          </a:xfrm>
          <a:prstGeom prst="rect">
            <a:avLst/>
          </a:prstGeom>
          <a:solidFill>
            <a:srgbClr val="A78BFA">
              <a:alpha val="12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8932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⟳  REAL-TIME SYNC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669280" y="3310128"/>
            <a:ext cx="3108960" cy="914400"/>
          </a:xfrm>
          <a:prstGeom prst="rect">
            <a:avLst/>
          </a:prstGeom>
          <a:solidFill>
            <a:srgbClr val="111C35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5669280" y="3310128"/>
            <a:ext cx="54864" cy="9144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77072" y="3401568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06440" y="3364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DRC-FS-02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5806440" y="3584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 SECONDARY FILE SERVER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5779008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779008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 WS 2022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528816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528816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Spoke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7278624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278624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DFSR: ON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8028432" y="3785616"/>
            <a:ext cx="685800" cy="164592"/>
          </a:xfrm>
          <a:prstGeom prst="rect">
            <a:avLst/>
          </a:prstGeom>
          <a:solidFill>
            <a:srgbClr val="000000">
              <a:alpha val="30000"/>
            </a:srgb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028432" y="37856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Standby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3794760" y="2409444"/>
            <a:ext cx="1554480" cy="475488"/>
          </a:xfrm>
          <a:prstGeom prst="rect">
            <a:avLst/>
          </a:prstGeom>
          <a:solidFill>
            <a:srgbClr val="111C35"/>
          </a:solidFill>
          <a:ln w="19050">
            <a:solidFill>
              <a:srgbClr val="FFB8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3794760" y="24094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/ MPLS
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INTERCONNECT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069080" y="2939796"/>
            <a:ext cx="1005840" cy="201168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069080" y="29397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 5 MIN INTERVAL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657600" y="2647188"/>
            <a:ext cx="13716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5349240" y="2647188"/>
            <a:ext cx="13716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119" name="Text 117"/>
          <p:cNvSpPr/>
          <p:nvPr/>
        </p:nvSpPr>
        <p:spPr>
          <a:xfrm>
            <a:off x="3291840" y="25374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800"/>
                </a:solidFill>
              </a:rPr>
              <a:t>◀▶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5349240" y="25374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800"/>
                </a:solidFill>
              </a:rPr>
              <a:t>◀▶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3794760" y="21351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RPC/TCP · Port 5722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3794760" y="31958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Bidirectional · RDC ON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0" y="4334256"/>
            <a:ext cx="9144000" cy="800100"/>
          </a:xfrm>
          <a:prstGeom prst="rect">
            <a:avLst/>
          </a:prstGeom>
          <a:solidFill>
            <a:srgbClr val="0F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0" y="4334256"/>
            <a:ext cx="54864" cy="8001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64592" y="44256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164592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 &amp; Spoke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164592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Full-mesh intra-DC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1911096" y="4443984"/>
            <a:ext cx="0" cy="59436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965960" y="44256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INTRA-DC SYNC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1965960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1965960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propagation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3712464" y="4443984"/>
            <a:ext cx="0" cy="59436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767328" y="44256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INTER-DC REPL.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3767328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 Interval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3767328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+ BW throttle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5513832" y="4443984"/>
            <a:ext cx="0" cy="59436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568696" y="44256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DFSR PORT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5568696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5722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5568696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RPC over TCP/IP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7315200" y="4443984"/>
            <a:ext cx="0" cy="59436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370064" y="44256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7370064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RDC Enabled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7370064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Diff. Compression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DFSR 4-Node Replication Cluster Architecture</dc:title>
  <dc:subject>PptxGenJS Presentation</dc:subject>
  <dc:creator>PptxGenJS</dc:creator>
  <cp:lastModifiedBy>Pankaj Gupta</cp:lastModifiedBy>
  <cp:revision>2</cp:revision>
  <dcterms:created xsi:type="dcterms:W3CDTF">2026-03-13T01:07:24Z</dcterms:created>
  <dcterms:modified xsi:type="dcterms:W3CDTF">2026-03-13T03:35:49Z</dcterms:modified>
</cp:coreProperties>
</file>