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D5232E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291840"/>
            <a:ext cx="3840480" cy="3840480"/>
          </a:xfrm>
          <a:prstGeom prst="ellipse">
            <a:avLst/>
          </a:prstGeom>
          <a:solidFill>
            <a:srgbClr val="1F5FA8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9144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Falcon  +  Illumio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242316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Falcon network telemetry to accelerate host-based Zero Trust segmentation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  |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platforms, complementary roles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Falcon can supply the network connectivity telemetry that Illumio needs </a:t>
            </a:r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application dependency maps and accelerate Zero Trust segmentation — while Illumio remains the policy and enforcement engine.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2715768" cy="2514600"/>
          </a:xfrm>
          <a:prstGeom prst="roundRect">
            <a:avLst>
              <a:gd name="adj" fmla="val 2909"/>
            </a:avLst>
          </a:prstGeom>
          <a:solidFill>
            <a:srgbClr val="FBEAE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9572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sees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321868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Falcon agent already observes every network connection on the host — IPs, ports, protocols, process context — with no extra agent to deploy.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55848" y="2148840"/>
            <a:ext cx="2715768" cy="2514600"/>
          </a:xfrm>
          <a:prstGeom prst="roundRect">
            <a:avLst>
              <a:gd name="adj" fmla="val 2909"/>
            </a:avLst>
          </a:prstGeom>
          <a:solidFill>
            <a:srgbClr val="EAF1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239572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84448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Illumio maps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584448" y="321868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Illumio PCE ingests that telemetry to build application dependency maps and compute recommended allowlist segmentation policies.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54496" y="2148840"/>
            <a:ext cx="2715768" cy="2514600"/>
          </a:xfrm>
          <a:prstGeom prst="roundRect">
            <a:avLst>
              <a:gd name="adj" fmla="val 2909"/>
            </a:avLst>
          </a:prstGeom>
          <a:solidFill>
            <a:srgbClr val="FDF1E6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2395728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83096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Illumio enforces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83096" y="321868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Illumio VEN agents program the native host firewall (Windows Firewall, iptables/nftables) to enforce Zero Trust policy on each workload.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</a:t>
            </a:r>
            <a:endParaRPr lang="en-US" sz="2600" dirty="0"/>
          </a:p>
        </p:txBody>
      </p:sp>
      <p:pic>
        <p:nvPicPr>
          <p:cNvPr id="3" name="Image 0" descr="CrowdStrike Falcon collects network connectivity information and funnels to Illum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43000"/>
            <a:ext cx="5554980" cy="370332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252728"/>
            <a:ext cx="274320" cy="274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47688" y="1234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Collection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647688" y="15087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agents on servers, laptops, containers and VMs monitor process connections, IPs, ports, protocols and traffic direction.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487168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47688" y="2468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CrowdStrike cloud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6647688" y="27432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Falcon platform ingests, normalizes, enriches and stages connectivity data, then exports it over a secure, authenticated API (TLS 1.2+).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721608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47688" y="3703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Illumio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6647688" y="39776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Illumio ingests the flows, builds the application dependency map, enforces Zero Trust segmentation and provides ongoing monitoring.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in detail</a:t>
            </a:r>
            <a:endParaRPr lang="en-US" sz="2600" dirty="0"/>
          </a:p>
        </p:txBody>
      </p:sp>
      <p:pic>
        <p:nvPicPr>
          <p:cNvPr id="3" name="Image 0" descr="System architecture: CrowdStrike Falcon agent to Illumio data 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930" y="1097280"/>
            <a:ext cx="6454140" cy="3520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8172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Falcon's network visibility module enriches endpoint telemetry (IPs, ports, process IDs, flows), streams it to the Falcon cloud, and Illumio's PCE consumes it via API/connector to build the traffic visibility map and compute allowlist microsegmentation policy.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CrowdStrike Falcon provides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endpoint telemetry, already deployed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114800" cy="3520440"/>
          </a:xfrm>
          <a:prstGeom prst="roundRect">
            <a:avLst>
              <a:gd name="adj" fmla="val 2078"/>
            </a:avLst>
          </a:prstGeom>
          <a:solidFill>
            <a:srgbClr val="FBEAE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collected by Falcon agents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011680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Process-to-process communications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and destination IP addresses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TCP/UDP ports and network protocols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direction and metadata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information and user context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lineage and asset metadata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800600" y="1234440"/>
            <a:ext cx="3886200" cy="3520440"/>
          </a:xfrm>
          <a:prstGeom prst="roundRect">
            <a:avLst>
              <a:gd name="adj" fmla="val 2078"/>
            </a:avLst>
          </a:prstGeom>
          <a:solidFill>
            <a:srgbClr val="F5F6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630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32120" y="14813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discovers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120640" y="201168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applications actually communicate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ports are genuinely in use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East-west (lateral) traffic patterns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or undocumented dependencies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120640" y="38862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D5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discovery tool, TAPs or SPAN ports required — reuse the Falcon deployment you already have.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Illumio uses the telemetry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Shortening the learning period before Zero Trust enforcement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EAF1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72768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2416" y="15727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993392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data flows from the Falcon cloud into the Illumio PCE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468880" y="20574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670048" y="137160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EAF1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928" y="1572768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55264" y="15727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852928" y="1993392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 builds application dependency maps and communication patterns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681728" y="20574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882896" y="137160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EAF1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776" y="1572768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68112" y="15727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065776" y="1993392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allowlist policies are computed and simulated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894576" y="20574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095744" y="137160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EAF1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624" y="1572768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80960" y="15727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278624" y="1993392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segmentation applied at the host firewall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flows Illumio learns and locks down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57200" y="3794760"/>
            <a:ext cx="2715768" cy="548640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9525">
            <a:solidFill>
              <a:srgbClr val="DDE2E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48640" y="3794760"/>
            <a:ext cx="253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2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 app server  &gt;  TCP 1433  &gt;  SQL database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355848" y="3794760"/>
            <a:ext cx="2715768" cy="548640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9525">
            <a:solidFill>
              <a:srgbClr val="DDE2E8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447288" y="3794760"/>
            <a:ext cx="253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2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server  &gt;  HTTPS 443  &gt;  API server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254496" y="3794760"/>
            <a:ext cx="2715768" cy="548640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9525">
            <a:solidFill>
              <a:srgbClr val="DDE2E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345936" y="3794760"/>
            <a:ext cx="253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32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server  &gt;  TCP 5671  &gt;  MQ server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required communications are permitted — everything else is denied by default.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of responsibilities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is an EDR platform; Illumio specializes in Zero Trust segmentation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920240"/>
                <a:gridCol w="1920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CrowdStrike Falcon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23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Illumio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telemetry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(via VEN)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flow discovery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dependency mapping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7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Microsegmentation policy design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7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firewall management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7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Trust segmentation enforcement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5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simulation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5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Ring-fencing applications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5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enterprise deployment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platform does what it was designed for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BEAE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99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5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Falcon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673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security + network connectivity telemetry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77440" y="202082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EAF1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313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Illumio Core (PCE)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587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dependency mapping + recommended policies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293522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EAF1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Illumio VEN agents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5021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distribution to each protected workload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384962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5F6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4142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host firewall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416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Firewall / iptables / nftables enforce Zero Trust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TAPs or SPAN ports needed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application dependency discovery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application mapping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Zero Trust implementation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east-west traffic visibility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3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overhead by reusing the existing Falcon estate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91840"/>
            <a:ext cx="3657600" cy="3657600"/>
          </a:xfrm>
          <a:prstGeom prst="ellipse">
            <a:avLst/>
          </a:prstGeom>
          <a:solidFill>
            <a:srgbClr val="1F5FA8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1887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Falcon telemetry to seed Illumio's dependency mapping.  </a:t>
            </a:r>
            <a:pPr indent="0" marL="0">
              <a:buNone/>
            </a:pPr>
            <a:r>
              <a:rPr lang="en-US" sz="145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Falcon is already deployed across your servers, this avoids duplicating discovery effort and shortens time-to-policy.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329184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210312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Illumio VEN for enforcement.  </a:t>
            </a:r>
            <a:pPr indent="0" marL="0">
              <a:buNone/>
            </a:pPr>
            <a:r>
              <a:rPr lang="en-US" sz="145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host-based Zero Trust segmentation, the VEN controls the host firewall on protected workloads while Falcon continues to provide endpoint security and telemetry.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46120"/>
            <a:ext cx="329184" cy="3291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43000" y="3200400"/>
            <a:ext cx="7406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considerations.  </a:t>
            </a:r>
            <a:pPr indent="0" marL="0">
              <a:buNone/>
            </a:pPr>
            <a:r>
              <a:rPr lang="en-US" sz="145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Falcon-enforced path (Illumio Edge) targeted endpoints, not servers, and dates to ~2020 — confirm current support with Illumio before designing around it. Falcon Firewall Management and Data Replicator licensing is required for the integration.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CrowdStrike Falcon + Illumio: Host-Based Zero Trust Segmentation</dc:title>
  <dc:subject>PptxGenJS Presentation</dc:subject>
  <dc:creator>PptxGenJS</dc:creator>
  <cp:lastModifiedBy>PptxGenJS</cp:lastModifiedBy>
  <cp:revision>1</cp:revision>
  <dcterms:created xsi:type="dcterms:W3CDTF">2026-07-06T05:11:47Z</dcterms:created>
  <dcterms:modified xsi:type="dcterms:W3CDTF">2026-07-06T05:11:47Z</dcterms:modified>
</cp:coreProperties>
</file>