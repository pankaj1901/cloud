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Infrastructure Rationalization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Banking Environment</a:t>
            </a:r>
          </a:p>
          <a:p>
            <a:r>
              <a:t>Infra Solution Architecture Team</a:t>
            </a:r>
          </a:p>
          <a:p>
            <a:r>
              <a:t>Executive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 infra footprint &amp; cost</a:t>
            </a:r>
          </a:p>
          <a:p>
            <a:r>
              <a:t>- Eliminate duplicate systems</a:t>
            </a:r>
          </a:p>
          <a:p>
            <a:r>
              <a:t>- Cloud adoption roadmap</a:t>
            </a:r>
          </a:p>
          <a:p>
            <a:r>
              <a:t>- Address Windows/SQL 2016 EOS</a:t>
            </a:r>
          </a:p>
          <a:p>
            <a:r>
              <a:t>- Support upcoming initiatives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Duplicate systems</a:t>
            </a:r>
          </a:p>
          <a:p>
            <a:r>
              <a:t>- Cloud candidates</a:t>
            </a:r>
          </a:p>
          <a:p>
            <a:r>
              <a:t>- EOS remediation</a:t>
            </a:r>
          </a:p>
          <a:p>
            <a:r>
              <a:t>- Application support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Duplicate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redundant apps &amp; infra</a:t>
            </a:r>
          </a:p>
          <a:p>
            <a:r>
              <a:t>- Usage &amp; business mapping</a:t>
            </a:r>
          </a:p>
          <a:p>
            <a:r>
              <a:t>- Decommission / consolidate</a:t>
            </a:r>
          </a:p>
          <a:p>
            <a:r>
              <a:t>- Cost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Workload profiling</a:t>
            </a:r>
          </a:p>
          <a:p>
            <a:r>
              <a:t>- Suitability (security, compliance)</a:t>
            </a:r>
          </a:p>
          <a:p>
            <a:r>
              <a:t>- Migration strategy (Rehost/Replatform/Refactor)</a:t>
            </a:r>
          </a:p>
          <a:p>
            <a:r>
              <a:t>- TCO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EOS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Windows &amp; SQL 2016 assets</a:t>
            </a:r>
          </a:p>
          <a:p>
            <a:r>
              <a:t>- Risk classification</a:t>
            </a:r>
          </a:p>
          <a:p>
            <a:r>
              <a:t>- Upgrade / migrate / isolate</a:t>
            </a:r>
          </a:p>
          <a:p>
            <a:r>
              <a:t>- Roadmap till 2026/2027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Align with upcoming initiatives</a:t>
            </a:r>
          </a:p>
          <a:p>
            <a:r>
              <a:t>- Scalable infra design</a:t>
            </a:r>
          </a:p>
          <a:p>
            <a:r>
              <a:t>- Standardization &amp; automation</a:t>
            </a:r>
          </a:p>
          <a:p>
            <a:r>
              <a:t>- Capacity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→ Analysis → Recommendation → Approval</a:t>
            </a:r>
          </a:p>
          <a:p>
            <a:r>
              <a:t>Stakeholder engagement across IT, Security, Finance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- 20-30% infra reduction</a:t>
            </a:r>
          </a:p>
          <a:p>
            <a:r>
              <a:t>- Cloud roadmap</a:t>
            </a:r>
          </a:p>
          <a:p>
            <a:r>
              <a:t>- Zero EOS risk</a:t>
            </a:r>
          </a:p>
          <a:p>
            <a:r>
              <a:t>- Improved standardization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% systems decommissioned</a:t>
            </a:r>
          </a:p>
          <a:p>
            <a:r>
              <a:t>- % cloud migrated</a:t>
            </a:r>
          </a:p>
          <a:p>
            <a:r>
              <a:t>- % EOS remediated</a:t>
            </a:r>
          </a:p>
          <a:p>
            <a:r>
              <a:t>- Cost savings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