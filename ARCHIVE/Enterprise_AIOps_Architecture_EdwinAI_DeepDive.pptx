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AIOps Target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Unified observability across on-prem and Azure</a:t>
            </a:r>
          </a:p>
          <a:p>
            <a:pPr>
              <a:defRPr sz="2000"/>
            </a:pPr>
            <a:r>
              <a:t>Normalize metrics, logs, traces and events</a:t>
            </a:r>
          </a:p>
          <a:p>
            <a:pPr>
              <a:defRPr sz="2000"/>
            </a:pPr>
            <a:r>
              <a:t>AI-driven correlation, RCA and automation</a:t>
            </a:r>
          </a:p>
          <a:p>
            <a:pPr>
              <a:defRPr sz="2000"/>
            </a:pPr>
            <a:r>
              <a:t>ServiceNow-centric operational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1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5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ITSM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Sources: Windows, Linux, VMware, Kubernetes, Databases, Network</a:t>
            </a:r>
          </a:p>
          <a:p>
            <a:pPr>
              <a:defRPr sz="2000"/>
            </a:pPr>
            <a:r>
              <a:t>Collection: SolarWinds, OEM, Prometheus, Grafana, Azure Monitor, Instana</a:t>
            </a:r>
          </a:p>
          <a:p>
            <a:pPr>
              <a:defRPr sz="2000"/>
            </a:pPr>
            <a:r>
              <a:t>Observability: Splunk, Log Analytics, Syslog</a:t>
            </a:r>
          </a:p>
          <a:p>
            <a:pPr>
              <a:defRPr sz="2000"/>
            </a:pPr>
            <a:r>
              <a:t>AIOps: Correlation, ML, Knowledge Graph, RCA, Forecasting</a:t>
            </a:r>
          </a:p>
          <a:p>
            <a:pPr>
              <a:defRPr sz="2000"/>
            </a:pPr>
            <a:r>
              <a:t>Consumers: NOC, SOC, CIO,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876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Enrich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Correlate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1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Recommend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5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Runbook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22860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Remediate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ITSM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ServiceNow bi-directional integration</a:t>
            </a:r>
          </a:p>
          <a:p>
            <a:pPr>
              <a:defRPr sz="2000"/>
            </a:pPr>
            <a:r>
              <a:t>Teams/Jira/PagerDuty notifications</a:t>
            </a:r>
          </a:p>
          <a:p>
            <a:pPr>
              <a:defRPr sz="2000"/>
            </a:pPr>
            <a:r>
              <a:t>Human approval for high-risk changes</a:t>
            </a:r>
          </a:p>
          <a:p>
            <a:pPr>
              <a:defRPr sz="2000"/>
            </a:pPr>
            <a:r>
              <a:t>Closed-loop remediation with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Edwin AI Deep Dive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Purpose-built AIOps layer integrating existing monitoring tools</a:t>
            </a:r>
          </a:p>
          <a:p>
            <a:pPr>
              <a:defRPr sz="2000"/>
            </a:pPr>
            <a:r>
              <a:t>Focus on event intelligence, operational insights and automation</a:t>
            </a:r>
          </a:p>
          <a:p>
            <a:pPr>
              <a:defRPr sz="2000"/>
            </a:pPr>
            <a:r>
              <a:t>Designed to preserve existing monitoring investments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Edwin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Inputs: Metrics, logs, events, topology</a:t>
            </a:r>
          </a:p>
          <a:p>
            <a:pPr>
              <a:defRPr sz="2000"/>
            </a:pPr>
            <a:r>
              <a:t>Core: Correlation, anomaly detection, RCA, knowledge graph, GenAI assistant</a:t>
            </a:r>
          </a:p>
          <a:p>
            <a:pPr>
              <a:defRPr sz="2000"/>
            </a:pPr>
            <a:r>
              <a:t>Outputs: Recommendations, automation, dashboards, ITSM tickets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Edwin AI Strengths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Pros: Tool consolidation, hybrid support, AI-assisted operations, reduced alert fatigue</a:t>
            </a:r>
          </a:p>
          <a:p>
            <a:pPr>
              <a:defRPr sz="2000"/>
            </a:pPr>
            <a:r>
              <a:t>Considerations: Validate connector maturity, licensing model, roadmap, reference customers</a:t>
            </a:r>
          </a:p>
          <a:p>
            <a:pPr>
              <a:defRPr sz="2000"/>
            </a:pPr>
            <a:r>
              <a:t>Best fit: Enterprises retaining heterogeneous monitoring ecosystems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Illustrative Deployment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Phase 1: Integrate monitoring &amp; logs</a:t>
            </a:r>
          </a:p>
          <a:p>
            <a:pPr>
              <a:defRPr sz="2000"/>
            </a:pPr>
            <a:r>
              <a:t>Phase 2: AI correlation &amp; RCA</a:t>
            </a:r>
          </a:p>
          <a:p>
            <a:pPr>
              <a:defRPr sz="2000"/>
            </a:pPr>
            <a:r>
              <a:t>Phase 3: Automation &amp; ServiceNow</a:t>
            </a:r>
          </a:p>
          <a:p>
            <a:pPr>
              <a:defRPr sz="2000"/>
            </a:pPr>
            <a:r>
              <a:t>Phase 4: Executive dashboards &amp; continuous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