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Objective: select an AIOps platform that layers on top of our existing tools (SolarWinds, Oracle OEM, Prometheus/Grafana, Azure Monitor, IBM Instana, Splunk, Log Analytics, Syslog) rather than replacing them. We compare five candidates and close with recommendations for on-prem, cloud, and hybrid.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we recommend an overlay AIOps strategy. Preliminary direction — Edwin AI for hybrid overlay, Azure-native for cloud-only workloads. Details and scoring follow. Decision requested: approve a PoC shortlist of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the tools themselves are not the problem — the lack of a correlation layer is. Replace the placeholder stats with our actual alert volume and MTTR figures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AIOps for the audience. Key value chain: ingest everything → correlate → find cause → act. Vendors differ mainly in how well they ingest third-party data (crucial for us) and how mature the AI layer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below the line stays. Data flows up via native connectors, webhooks, APIs or syslog forwarding. Enriched incidents flow out to ITSM/ChatOps/on-call. This picture holds regardless of which vendor we pick — the difference is how much of the ingest layer is out-of-the-box vs custom.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read: Edwin AI and IBM cover our estate best out-of-the-box (both were built as tool-agnostic event managers). Datadog integrates broadly but its AI features work best on data Datadog itself collects. Azure-native options require funneling on-prem sources into Azure first — feasible for logs (AMA/syslog), painful for SolarWinds/OEM/Instana. Verify connector versions during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Edwin AI is the 'pure overlay' option. LogicMonitor lists it around $53 per unit/month on top of platform units (~$16+). For ~500 hosts expect roughly $150–350K/yr depending on bundle — validate with quote. Main diligence: SaaS data residency and vendor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Datadog is a consolidation decision, not an overlay decision. Rough math at list: 500 hosts infra (~$23/host/mo ≈ $138K/yr) + 1TB/day log ingest &amp; indexing can run well into seven figures annually unless heavily filtered. Recommend only if leadership wants tool consolidation over integration.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is the fit if data cannot leave our datacenter or if we double down on Instana. Budget realistically: mid-six figures/yr license for ~500 resources plus OpenShift infra plus services — often $500K–$1M+ all-in year one. PoC only with IBM services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honestly: Copilot is an accelerator for the Azure stack, not a candidate on its own. It appears in our recommendation only as a component of the Azure-native option. Billing for the Observability Agent starts July 1, 2026 — measure AAC burn during PoC.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1 TB/day, naive Log Analytics analytics-tier ingestion is ~$700K+/yr — mandatory to use Basic/Aux tiers and commitment tiers to bring this down (can be 60–80% cheaper). Realistic all-in for our estate: low-to-mid six figures/yr. Best value when the estate is predominantly Azure.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directional list-price estimates for scoping only — negotiated enterprise pricing typically lands 20–40% lower. Datadog and Azure ranges are dominated by log volume; both drop dramatically with filtering/tiering. Edwin AI is the most predictable. IBM's spread reflects services and infra, not just licenses. Insert vendor quotes before final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Weighting is equal here; adjust weights with stakeholders (e.g., if data sovereignty is a hard requirement, on-prem support becomes a gate, not a score, and IBM/Edwin are the only survivors). Copilot's high deployment/TCO scores reflect its narrow scope — it's cheap because it does 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 question for this path: can event metadata go to a vendor SaaS? If yes, Edwin AI delivers 70–80% of the value at a fraction of the effort. If no, IBM is effectively the only serious option and cost must be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caveat: this path assumes we retire or marginalize SolarWinds/OEM/Instana over time. If those stay strategic, the pure-Azure route leaves a correlation gap — which pushes us to the hybrid answer on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primary recommendation. Risk mitigations: (1) compliance review of Edwin SaaS data flows; (2) contract cap on unit pricing growth; (3) PoC must prove SolarWinds+Splunk+Azure correlation on a real incident class. Fallback: IBM if SaaS is blocked; Datadog if strategy shifts to consolidation.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ask. PoC cost is minimal (trial licenses + engineering time). Emphasize that replaying historical incidents through each platform gives an objective, evidence-based comparison rather than a demo-driven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5029200" cy="50292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AIOps Platform Evaluation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AI-driven operations with our existing monitoring &amp; logging estate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 ·  Datadog  ·  IBM AIOps  ·  Copilot in Azure  ·  Azure Observability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Infrastructure &amp; Operations  |  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evaluated and where we landed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5400000">
              <a:srgbClr val="AAB6C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38528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1783080" y="169164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011680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monitoring and logging tools operating in silos generate alert floods, duplicated effort, and slow MTTR across our hybrid on-prem + Azure estate.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82112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5400000">
              <a:srgbClr val="AAB6C2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478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40" dirty="0"/>
          </a:p>
        </p:txBody>
      </p:sp>
      <p:sp>
        <p:nvSpPr>
          <p:cNvPr id="12" name="Text 10"/>
          <p:cNvSpPr/>
          <p:nvPr/>
        </p:nvSpPr>
        <p:spPr>
          <a:xfrm>
            <a:off x="1783080" y="33192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approach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639312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AIOps correlation layer above existing tools — not rip-and-replace. All five candidates were assessed on integration fit, AI maturity, deployment, and TCO.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5400000">
              <a:srgbClr val="AAB6C2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5193792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755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40" dirty="0"/>
          </a:p>
        </p:txBody>
      </p:sp>
      <p:sp>
        <p:nvSpPr>
          <p:cNvPr id="17" name="Text 15"/>
          <p:cNvSpPr/>
          <p:nvPr/>
        </p:nvSpPr>
        <p:spPr>
          <a:xfrm>
            <a:off x="1783080" y="494690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266944"/>
            <a:ext cx="9509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is the strongest tool-agnostic overlay for hybrid. The Azure-native stack is cheapest for Azure-only. IBM fits large on-prem/regulated estates. Datadog is best if we consolidate tools. Copilot in Azure alone is not an AIOps platform.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Fragmented Operations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tools, nine consoles, no single source of truth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703320" cy="329184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 (network/infra)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Enterprise Manager (DB)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(K8s/apps)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(cloud)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 (APM)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1600200"/>
            <a:ext cx="3703320" cy="3291840"/>
          </a:xfrm>
          <a:prstGeom prst="roundRect">
            <a:avLst>
              <a:gd name="adj" fmla="val 2222"/>
            </a:avLst>
          </a:prstGeom>
          <a:solidFill>
            <a:srgbClr val="F4F8FB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800600" y="228600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(enterprise SIEM/logs)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Workspace (Azure)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 (network devices, appliances)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49640" y="160020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11" name="Text 9"/>
          <p:cNvSpPr/>
          <p:nvPr/>
        </p:nvSpPr>
        <p:spPr>
          <a:xfrm>
            <a:off x="8732520" y="167335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10 000s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alerts / month, mostly noise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49640" y="246888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8732520" y="254203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5–9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 touched per major incident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49640" y="333756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341071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driven by manual correlation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549640" y="420624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8732520" y="427939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 </a:t>
            </a:r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cross-tool root-cause capability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is good at its job. None of them talks to the others — humans are the correlation engine.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an AIOps Layer Delivers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applied to events, metrics and logs from the tools we already own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5400000">
              <a:srgbClr val="AAB6C2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364" dirty="0"/>
          </a:p>
        </p:txBody>
      </p:sp>
      <p:sp>
        <p:nvSpPr>
          <p:cNvPr id="7" name="Text 5"/>
          <p:cNvSpPr/>
          <p:nvPr/>
        </p:nvSpPr>
        <p:spPr>
          <a:xfrm>
            <a:off x="160020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correlation &amp; dedup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0428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thousands of related alerts from all sources into a handful of actionable incidents; typical noise reduction 80–95%.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5400000">
              <a:srgbClr val="AAB6C2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202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364" dirty="0"/>
          </a:p>
        </p:txBody>
      </p:sp>
      <p:sp>
        <p:nvSpPr>
          <p:cNvPr id="12" name="Text 10"/>
          <p:cNvSpPr/>
          <p:nvPr/>
        </p:nvSpPr>
        <p:spPr>
          <a:xfrm>
            <a:off x="7315200" y="19019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0" y="230428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baselines on metrics/logs surface deviations before static thresholds fire.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5400000">
              <a:srgbClr val="AAB6C2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69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364" dirty="0"/>
          </a:p>
        </p:txBody>
      </p:sp>
      <p:sp>
        <p:nvSpPr>
          <p:cNvPr id="17" name="Text 15"/>
          <p:cNvSpPr/>
          <p:nvPr/>
        </p:nvSpPr>
        <p:spPr>
          <a:xfrm>
            <a:off x="1600200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445312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 and time-based causality points to the probable origin across layers (network → DB → app).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7947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4F8FB"/>
          </a:solidFill>
          <a:ln/>
          <a:effectLst>
            <a:outerShdw sx="100000" sy="100000" kx="0" ky="0" algn="bl" rotWithShape="0" blurRad="76200" dist="25400" dir="5400000">
              <a:srgbClr val="AAB6C2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069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050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364" dirty="0"/>
          </a:p>
        </p:txBody>
      </p:sp>
      <p:sp>
        <p:nvSpPr>
          <p:cNvPr id="22" name="Text 20"/>
          <p:cNvSpPr/>
          <p:nvPr/>
        </p:nvSpPr>
        <p:spPr>
          <a:xfrm>
            <a:off x="7315200" y="40507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remediation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4453128"/>
            <a:ext cx="4160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triggers, auto-ticketing (ITSM), agentic triage and suggested or automatic fixes for known patterns.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fewer incidents reach humans, and those that do arrive pre-diagnosed.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Integration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as an overlay — every existing tool keeps its job and feeds the brain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SolarWinds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V="1">
            <a:off x="1197864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947672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1947672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OEM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 flipV="1">
            <a:off x="2596896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46704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346704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3995928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45736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745736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 flipV="1">
            <a:off x="5394960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44768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144768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Instana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 flipV="1">
            <a:off x="6793992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43800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543800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V="1">
            <a:off x="8193024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42832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8942832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 flipV="1">
            <a:off x="9592056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41864" y="5074920"/>
            <a:ext cx="1298448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10341864" y="507492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Syslog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flipV="1">
            <a:off x="10991088" y="4251960"/>
            <a:ext cx="0" cy="82296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sources</a:t>
            </a:r>
            <a:pPr algn="ctr" indent="0" marL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Logging sources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463040" y="3246120"/>
            <a:ext cx="923544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8899AA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737360" y="324612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AIOps Platform   </a:t>
            </a:r>
            <a:pPr indent="0" marL="0">
              <a:buNone/>
            </a:pPr>
            <a:r>
              <a:rPr lang="en-US" sz="1200" i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 → normalize → correlate → RCA → automate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1828800" y="169164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 (ServiceNow / Jira)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 flipV="1">
            <a:off x="3154680" y="2377440"/>
            <a:ext cx="0" cy="86868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892040" y="169164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ChatOps (Teams / Slack)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 flipV="1">
            <a:off x="6217920" y="2377440"/>
            <a:ext cx="0" cy="86868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55280" y="1691640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F4F8F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16916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(PagerDuty)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 flipV="1">
            <a:off x="9281160" y="2377440"/>
            <a:ext cx="0" cy="868680"/>
          </a:xfrm>
          <a:prstGeom prst="line">
            <a:avLst/>
          </a:prstGeom>
          <a:noFill/>
          <a:ln w="19050">
            <a:solidFill>
              <a:srgbClr val="9FB3C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Fit per Tool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= out-of-the-box connector · API/WH = webhook or REST, low effort · Custom = build &amp; maintain ourselves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828800"/>
                <a:gridCol w="1828800"/>
                <a:gridCol w="1828800"/>
                <a:gridCol w="18288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Edwin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AIOps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in 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Obs. Stack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SolarWinds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marketplace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(Netcool)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(Event Hub)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 OEM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/ webhook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 (Alertmanager)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Prometheus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Webhook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Grafana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Instana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(same vendor)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Splunk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export / addon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Analytics 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Azure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platform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collector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 agent / forwarder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Azure only sees Azure-resident data — third-party sources must first be routed into Azure Monitor / Log Analytics.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LogicMonitor Edwin AI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AIOps overlay — purpose-built to sit above third-party monitoring tools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10607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Tool-agnostic event intelligence layer with out-of-the-box connectors (SolarWinds, Instana, Splunk, Azure Monitor and more) plus generic REST/webhook ingest. GenAI-driven correlation, plain-language incident summaries and agentic triage/remediation. Reported 80–90%+ alert-noise reduction; Forrester TEI cites 313% ROI for a composite customer. SaaS-delivered; strongest when paired with (but not requiring) LM Envision.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DF6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out-of-the-box fit for our exact tool list — designed as an overlay, not a replacement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time-to-value (days–weeks); no data platform migration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AI: auto-triage, summaries, runbook actions, ITSM integration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Hybrid-first heritage — equally at home with on-prem and cloud sources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per-unit subscription pricing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BEFE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vendor than Microsoft/IBM/Datadog — roadmap and ecosystem risk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SaaS-only control plane — event metadata leaves our environment (compliance review needed)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full observability platform on its own — relies on underlying tools' data quality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value pushes toward LM Envision adoption (upsell gravity)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add-on pricing (~$53/unit/mo list) on top of platform units adds up at scale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Datadog (Watchdog + Bits AI)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SaaS observability platform with embedded AI — strongest if we consolidate onto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10607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observability (infra, APM, logs, RUM) with Watchdog anomaly/RCA and Bits AI agents for investigation and remediation, billed via AI Credits. 900+ integrations including Prometheus, Grafana, Splunk, Azure. However, its AI works best on telemetry Datadog itself ingests — using it purely as an overlay above SolarWinds/OEM/Instana underuses it and double-pays for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DF6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 UX and developer adoption; Gartner Leader in observability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integration catalog incl. native Azure and Prometheus support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 AI agents: investigation, code-level fixes, custom agent builder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replace several existing tools long-term (consolidation play)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ecosystem, mature APIs, strong community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BEFE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usage-based (per host + per GB logs + AI credits) — notorious for bill surprises; 1 TB/day logs is very expensive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SaaS-only; weak story for keeping data on-prem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Overlay-only use wastes its strengths; real value requires migrating agents/data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native depth for SolarWinds / Oracle OEM / Instana estates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credits are a new, hard-to-forecast cost dimension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AIOps (Cloud Pak for AIOps / watsonx)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Enterprise-grade, on-prem-capable AIOps — Netcool lineage, deepest legacy integrations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10607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Red Hat OpenShift on-prem, in our datacenter or any cloud — the only candidate with a true self-hosted deployment. Netcool heritage gives mature connectors for SolarWinds, Oracle, Instana (same vendor), Splunk and syslog. watsonx-powered log/metric anomaly models, topology-based RCA, blast-radius analysis and runbook automation. Modular licensing per managed resource.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DF6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true on-prem/self-hosted option — full data sovereignty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vendor as Instana → deepest APM integration of the five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enterprise event management (Netcool DNA); excellent legacy coverage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topology &amp; causal AI, blast-radius modelling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licensing incl. entitlement trade-ups; bundled OpenShift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BEFE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Heaviest deployment: OpenShift platform to build and operate (months, not weeks)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skilled IBM/OpenShift resources; steep learning curve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TCO: licenses + infrastructure + professional services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dated vs Datadog/Edwin; slower innovation cadence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market mindshare — hiring experienced admins is hard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Copilot in Azure (Observability Agent)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inside Azure — powerful for Azure resources, not a standalone AIOps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10607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in Azure is included at no extra cost for core assistant features; the Azure Monitor Observability Agent adds chat-with-your-data, deep investigations and (preview) autonomous alert correlation, billed per Azure Agent Credit from July 2026 with a 500-AAC cap per deep investigation. Scope is Azure Monitor / Log Analytics data only — it cannot see SolarWinds, OEM, Instana or Splunk unless that data is routed into Azure.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DF6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adoption cost if we already use Azure Monitor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pricing — pay per investigation, no platform fee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Deep, native RCA on Azure resources; Foundry AI-agent observability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vendor, contract or console; Entra-integrated security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fast (autonomous correlation in preview, free for now)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BEFE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AIOps platform: no cross-tool event management or third-party ingest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our on-prem monitoring estate as-is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features immature / preview; roadmap-dependent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 consumption costs hard to predict at scale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limited vs dedicated AIOps runbook engines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Observability Suite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+ Log Analytics + App Insights + Managed Grafana/Prometheus + Copilot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8F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64208"/>
            <a:ext cx="106070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 </a:t>
            </a:r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'build it on Azure' option: standardize telemetry into Azure Monitor and Log Analytics, run dashboards on Managed Grafana, keep Prometheus metrics in Managed Prometheus, and layer Copilot's Observability Agent for AI investigation. On-prem sources reach it via Azure Arc, the Azure Monitor Agent and syslog forwarding; SolarWinds/OEM/Instana require custom Event Hub / API pipelines we own and maintain.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DF6F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7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incremental license cost — mostly pay-as-you-go on data we largely ingest already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home for Azure Monitor, Log Analytics, Prometheus, Grafana, syslog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extends agents to on-prem servers; single Entra security model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adds AI investigation with per-use pricing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vendor relationship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306324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BEFEF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892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cross-tool AIOps: no OOTB event correlation across SolarWinds/OEM/Instana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integration pipelines = permanent engineering debt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ingestion (~$2–3/GB analytics tier) is costly at 1 TB/day without tiering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 (Copilot) is young vs Edwin/IBM correlation engines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Azure lock-in for operations tooling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Assessment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list-price ranges for ~500 hosts / ~1 TB logs per day — validate with vendor quotes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  <a:gridCol w="219456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Indicative annual (est.)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/ watch-out costs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Edwin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hybrid unit/mo (~$16 platform + ~$53 AI add-on, list)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$150K – $350K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 Envision pull-through; connector services; SaaS egress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host + per GB logs + AI credits (usage-based)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$400K – $1M+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indexing at 1 TB/day; AI credit overages; custom metrics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AIOps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managed resource, modular; self-hosted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 – $1M+ (yr 1 all-in)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OpenShift infra &amp; ops; professional services;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in Azure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Consumption (Azure Agent Credits, from Jul 2026); base assistant free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 – $60K (usage-dependent)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Unpredictable AAC burn; requires Azure Monitor data costs below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Obs. Suite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Pay-as-you-go: ~$2–3/GB analytics ingest, cheaper Basic/Aux tiers; Grafana/Prometheus per-instance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 – $700K (log-driven)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tiering discipline; custom pipeline engineering; alert-rule sprawl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hidden costs for all: data egress, ITSM integration work, staff training, dual-running during migration, and connector maintenance.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= weak · 5 = strong · scored against our estate and requirements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36192"/>
                <a:gridCol w="1536192"/>
                <a:gridCol w="1536192"/>
                <a:gridCol w="1536192"/>
                <a:gridCol w="153619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Edwin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Datadog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AIOps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in Azure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Obs. Suite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breadth (our tools)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 support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ML maturity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of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TCO (5 = lowest)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F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5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C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and IBM lead on fit; the Azure stack wins on cost within Azure; Datadog leads on raw AI/observability if we consolidate.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— Primarily On-Prem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our estate stays in the datacenter and data sovereignty rules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Recommended:  </a:t>
            </a:r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Cloud Pak for AIOps  (alternative: Edwin AI if SaaS control plane is acceptable)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self-hosted platform — telemetry never leaves our environment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depth on SolarWinds, Oracle OEM, Instana, Splunk, syslog — the on-prem heart of our estate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Netcool-grade event management proven at enterprise scale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is the lighter, faster fallback if compliance clears SaaS metadata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788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4F8F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in brief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Pak on OpenShift in our DC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Netcool probes/connectors → SolarWinds, OEM, Instana, Splunk, syslog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 fed in via API for the cloud slice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 + runbooks → ServiceNow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services engagement for 3–6 month rollout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— Primarily Cloud (Azure)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workloads are (or are moving) predominantly to Azure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Recommended:  </a:t>
            </a:r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Observability Suite + Copilot Observability Agent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Native, lowest-cost home for Azure Monitor, Log Analytics, Prometheus, Grafana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adds AI investigation for per-use pricing — no platform license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security model (Entra), one bill, no new vendor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controlled via log tiering (Basic/Aux) and commitment tiers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788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4F8F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in brief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ingestion into Azure Monitor + Log Analytics (tiered)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Prometheus + Managed Grafana replace self-run stack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+ AMA + syslog forwarding for remaining on-prem servers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Observability Agent for chat, deep investigations, correlation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overlapping tools as coverage confirms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— Hybrid (Our Reality)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+ Azure, all nine tools staying for the foreseeable future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Recommended:  </a:t>
            </a:r>
            <a:pPr indent="0" marL="0">
              <a:buNone/>
            </a:pPr>
            <a:r>
              <a:rPr lang="en-US" sz="19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Edwin AI as the AIOps overlay  +  Azure stack retained underneath  (+ Copilot for Azure-deep dives)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Highest-scoring fit: OOTB connectors for nearly our whole list, hybrid by design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Weeks-not-months deployment; no tool migration or data replatforming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subscription cost, mid-range TCO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optionality: underlying tools can be swapped later without losing the AIOps layer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still used tactically inside Azure at marginal cost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788920"/>
            <a:ext cx="5394960" cy="3474720"/>
          </a:xfrm>
          <a:prstGeom prst="roundRect">
            <a:avLst>
              <a:gd name="adj" fmla="val 2105"/>
            </a:avLst>
          </a:prstGeom>
          <a:solidFill>
            <a:srgbClr val="F4F8FB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in brief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3337560"/>
            <a:ext cx="4892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AI ingests: SolarWinds, OEM, Instana, Splunk, Azure Monitor (native); Prometheus/Grafana + syslog via webhook/collector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incidents → ServiceNow + Teams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telemetry stays in Log Analytics; Copilot for in-Azure RCA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at 12 months: consolidation vs overlay long-term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Steps: 8-Week Proof of Concept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170992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64" dirty="0"/>
          </a:p>
        </p:txBody>
      </p:sp>
      <p:sp>
        <p:nvSpPr>
          <p:cNvPr id="6" name="Text 4"/>
          <p:cNvSpPr/>
          <p:nvPr/>
        </p:nvSpPr>
        <p:spPr>
          <a:xfrm>
            <a:off x="1691640" y="1600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1–2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Shortlist confirmation &amp; setup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Edwin AI + one challenger (IBM or Azure-native). Define success metrics: ≥80% noise reduction, RCA accuracy, MTTR delta.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169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64" dirty="0"/>
          </a:p>
        </p:txBody>
      </p:sp>
      <p:sp>
        <p:nvSpPr>
          <p:cNvPr id="10" name="Text 8"/>
          <p:cNvSpPr/>
          <p:nvPr/>
        </p:nvSpPr>
        <p:spPr>
          <a:xfrm>
            <a:off x="1691640" y="280720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3–6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integration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91640" y="3172968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SolarWinds, Splunk, Azure Monitor and Instana to each candidate. Replay 90 days of incidents; run parallel on live alerts.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12394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105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64" dirty="0"/>
          </a:p>
        </p:txBody>
      </p:sp>
      <p:sp>
        <p:nvSpPr>
          <p:cNvPr id="14" name="Text 12"/>
          <p:cNvSpPr/>
          <p:nvPr/>
        </p:nvSpPr>
        <p:spPr>
          <a:xfrm>
            <a:off x="1691640" y="401421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 7–8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commercials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91640" y="437997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against matrix, measure real AAC/credit/unit consumption, obtain firm quotes, compliance sign-off on data flows.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5330952"/>
            <a:ext cx="566928" cy="56692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3126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64" dirty="0"/>
          </a:p>
        </p:txBody>
      </p:sp>
      <p:sp>
        <p:nvSpPr>
          <p:cNvPr id="18" name="Text 16"/>
          <p:cNvSpPr/>
          <p:nvPr/>
        </p:nvSpPr>
        <p:spPr>
          <a:xfrm>
            <a:off x="1691640" y="5221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review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91640" y="558698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platform, phased rollout plan, budget approval for year 1.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today: approve the PoC shortlist and 8-week timeline.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2026-07-20T07:53:21Z</dcterms:created>
  <dcterms:modified xsi:type="dcterms:W3CDTF">2026-07-20T07:53:21Z</dcterms:modified>
</cp:coreProperties>
</file>