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263476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26347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MONITORING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SolarWinds Orion APE consolidation in SNG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vs Option 2 — pros, cons, risks and mitigation plan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26347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462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846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APAC branches, incl. BKK &amp; NDL, send alerts directly to the common SNG Orion APE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4297680"/>
            <a:ext cx="4846320" cy="1371600"/>
          </a:xfrm>
          <a:prstGeom prst="roundRect">
            <a:avLst>
              <a:gd name="adj" fmla="val 8000"/>
            </a:avLst>
          </a:prstGeom>
          <a:solidFill>
            <a:srgbClr val="26347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44622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48463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setup, except BKK runs a local APE that forwards alerts into SNG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options: SNG Orion is HA, with matching deployments in the Prod and DR data centers.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SNG Orion APE — all branches send directly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1673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6736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0817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branch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8561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5616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7705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branch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5449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593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region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72337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3376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branches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1481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region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05356" y="3246120"/>
            <a:ext cx="8778240" cy="2880360"/>
          </a:xfrm>
          <a:prstGeom prst="roundRect">
            <a:avLst>
              <a:gd name="adj" fmla="val 47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9676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79676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SolarWinds Orion APE — high availability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53996" y="4206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53996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DC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28316" y="4937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APE instance — active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7356" y="4206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7356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DC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51676" y="4937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APE instance — standby/HA pair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91156" y="2286000"/>
            <a:ext cx="3703320" cy="960120"/>
          </a:xfrm>
          <a:prstGeom prst="line">
            <a:avLst/>
          </a:prstGeom>
          <a:noFill/>
          <a:ln w="15875">
            <a:solidFill>
              <a:srgbClr val="9A97D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860036" y="2286000"/>
            <a:ext cx="1234440" cy="960120"/>
          </a:xfrm>
          <a:prstGeom prst="line">
            <a:avLst/>
          </a:prstGeom>
          <a:noFill/>
          <a:ln w="15875">
            <a:solidFill>
              <a:srgbClr val="9A97D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6094476" y="2286000"/>
            <a:ext cx="1234440" cy="960120"/>
          </a:xfrm>
          <a:prstGeom prst="line">
            <a:avLst/>
          </a:prstGeom>
          <a:noFill/>
          <a:ln w="15875">
            <a:solidFill>
              <a:srgbClr val="9A97D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6094476" y="2286000"/>
            <a:ext cx="3703320" cy="960120"/>
          </a:xfrm>
          <a:prstGeom prst="line">
            <a:avLst/>
          </a:prstGeom>
          <a:noFill/>
          <a:ln w="15875">
            <a:solidFill>
              <a:srgbClr val="9A97D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705356" y="56235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APAC branches, including BKK and NDL, send alerts directly into SNG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SLW Orion APAC monitoring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 and cons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AF3D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D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09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architecture — one polling model, one config pattern across all branches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administration; no secondary APE to patch, license or monitor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alert latency and behaviour across the whole APAC region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to stand up and easiest to document and hand over to operations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total infrastructure footprint — no branch-level compute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CEBE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37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709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 alerts depend entirely on WAN/MPLS link quality and latency back to SNG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visibility if BKK loses connectivity to SNG — monitoring blind spot at the edge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polling traffic (incl. BKK, a larger site) traverses the regional backbone continuously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SNG becomes an even more concentrated single dependency for every branch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isolate whether an issue is the monitored device or the WAN path itself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SLW Orion APAC monitoring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mitigation plan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66344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06240"/>
              </a:tblGrid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link between BKK and SNG degrades or fails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monitoring visibility and alerting for BKK during the outage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Dual/redundant WAN paths to SNG for BKK; configure SolarWinds node down alerting with escalation via a secondary channel (e.g. SMS/paging) that doesn't depend on the same 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latency on regional backbone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alert delivery, missed SLA windows for incident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WAN latency/jitter as its own polled metric; set realistic polling intervals per region; QoS-tag SolarWinds traffic on the WAN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SNG Orion APE outage (before failover)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loss of alerting for all APAC branches simultaneously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 pairing across Prod and DR DCs already in design; add automated failover testing on a regular schedule and alert on failover events themselves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bandwidth contention as branch count grows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Polling gaps or throttling as more branches/devices are onboarded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Capacity-plan WAN and APE polling headroom ahead of onboarding; stagger polling intervals; review growth quarterly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SLW Orion APAC monitoring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SNG Orion APE, plus a local APE in BKK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1673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6736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0817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APE — forwards to SNG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8561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5616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7705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branch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5449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593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region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723376" y="137160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3376" y="14630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branches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14816" y="18470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region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705356" y="3246120"/>
            <a:ext cx="8778240" cy="2880360"/>
          </a:xfrm>
          <a:prstGeom prst="roundRect">
            <a:avLst>
              <a:gd name="adj" fmla="val 476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9676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4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79676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SolarWinds Orion APE — high availability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53996" y="4206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53996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DC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28316" y="4937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APE instance — active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77356" y="4206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7356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DC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51676" y="4937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Orion APE instance — standby/HA pair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91156" y="2286000"/>
            <a:ext cx="3703320" cy="960120"/>
          </a:xfrm>
          <a:prstGeom prst="line">
            <a:avLst/>
          </a:prstGeom>
          <a:noFill/>
          <a:ln w="15875">
            <a:solidFill>
              <a:srgbClr val="BA751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860036" y="2286000"/>
            <a:ext cx="1234440" cy="960120"/>
          </a:xfrm>
          <a:prstGeom prst="line">
            <a:avLst/>
          </a:prstGeom>
          <a:noFill/>
          <a:ln w="15875">
            <a:solidFill>
              <a:srgbClr val="9A97D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6094476" y="2286000"/>
            <a:ext cx="1234440" cy="960120"/>
          </a:xfrm>
          <a:prstGeom prst="line">
            <a:avLst/>
          </a:prstGeom>
          <a:noFill/>
          <a:ln w="15875">
            <a:solidFill>
              <a:srgbClr val="9A97D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6094476" y="2286000"/>
            <a:ext cx="3703320" cy="960120"/>
          </a:xfrm>
          <a:prstGeom prst="line">
            <a:avLst/>
          </a:prstGeom>
          <a:noFill/>
          <a:ln w="15875">
            <a:solidFill>
              <a:srgbClr val="9A97D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705356" y="562356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alert into SNG — BKK forwards via its own local APE, others send directly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SLW Orion APAC monitoring architecture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 and cons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AF3D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6D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09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BKK keeps local polling and visibility even if the WAN link to SNG is degraded or down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continuous polling traffic from BKK across the regional backbone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APE can buffer/cache alerts and forward once connectivity to SNG resumes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fault isolation — easier to tell a BKK device issue from a WAN issue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pattern to other high-traffic or link-sensitive branches later if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CEBE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7373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709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second component type to manage — one config, patch and license model becomes two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architecture across branches complicates documentation and onboarding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APE needs its own compute, resiliency and monitoring at the BKK site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Forwarding logic adds a translation/queueing point that can itself fail or lag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precedent — other high-traffic branches may reasonably ask for the same 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SLW Orion APAC monitoring architecture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mitigation plan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66344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06240"/>
              </a:tblGrid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BKK local APE goes 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monitoring for BKK even though the WAN link to SNG is fine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BKK APE on resilient local infra (e.g. clustered VMs); alert on APE health from SNG as a synthetic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Forwarding link between BKK APE and SNG fails or backs 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or lost alert forwarding; BKK alerts stuck locally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buffering/queueing with retry on the forwarder; alert on queue depth; define a max acceptable forwarding delay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drift between BKK's local APE and the SNG 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thresholds, templates or alert rules across the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 config-as-code / templates and push to both APEs from one source; periodic config-parity audit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operational complexity (two APE types to run)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troubleshooting, higher training and support burden on the ops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the two-tier model clearly; standardize runbooks; keep the local-APE pattern limited to sites that genuinely need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SLW Orion APAC monitoring architecture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1 vs Option 2 at a glance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B85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centralized — one common Orion APE in SNG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Centralized, with one local APE at BKK forwarding into SNG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— single component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two component types to manage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BKK resilience to WAN issues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depends fully on the WAN link to SNG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local polling continues during WAN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bandwidth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— continuous polling traffic from all branches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— BKK polling stays local, only alerts forwarded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Stable, reliable WAN; simplicity is the 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BKK has WAN reliability concerns or high monitoring 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5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SLW Orion APAC monitoring architecture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2026-08-11T01:43:42Z</dcterms:created>
  <dcterms:modified xsi:type="dcterms:W3CDTF">2026-08-11T01:43:42Z</dcterms:modified>
</cp:coreProperties>
</file>