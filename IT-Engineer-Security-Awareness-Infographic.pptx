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5120640" cy="5120640"/>
          </a:xfrm>
          <a:prstGeom prst="ellipse">
            <a:avLst/>
          </a:prstGeom>
          <a:solidFill>
            <a:srgbClr val="0E4C7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DEFENSE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Attack Patterns Targeting IT Engineers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channels. One shared playbook: Pretext → Pressure → Bypass.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144268"/>
            <a:ext cx="777240" cy="7772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claude/pptx_build/icons/pretex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738" y="2330806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971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56432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2144268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2" name="Image 1" descr="/home/claude/pptx_build/icons/call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70" y="2330806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971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(TOAD)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27064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1464" y="2144268"/>
            <a:ext cx="777240" cy="77724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6" name="Image 2" descr="/home/claude/pptx_build/icons/clickf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002" y="233080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8504" y="2971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997696" y="19659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12096" y="2144268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3" descr="/home/claude/pptx_build/icons/tailga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634" y="2330806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9136" y="2971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85800" y="4133088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600200" y="4311396"/>
            <a:ext cx="777240" cy="77724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4" name="Image 4" descr="/home/claude/pptx_build/icons/smish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738" y="4497934"/>
            <a:ext cx="404165" cy="4041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5138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456432" y="4133088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70832" y="4311396"/>
            <a:ext cx="777240" cy="777240"/>
          </a:xfrm>
          <a:prstGeom prst="ellipse">
            <a:avLst/>
          </a:prstGeom>
          <a:solidFill>
            <a:srgbClr val="3FC7B8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8" name="Image 5" descr="/home/claude/pptx_build/icons/quish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370" y="4497934"/>
            <a:ext cx="404165" cy="4041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47872" y="5138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227064" y="4133088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41464" y="4311396"/>
            <a:ext cx="777240" cy="777240"/>
          </a:xfrm>
          <a:prstGeom prst="ellipse">
            <a:avLst/>
          </a:prstGeom>
          <a:solidFill>
            <a:srgbClr val="D98E2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2" name="Image 6" descr="/home/claude/pptx_build/icons/be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002" y="4497934"/>
            <a:ext cx="404165" cy="40416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18504" y="5138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8997696" y="4133088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E2C4E"/>
          </a:solidFill>
          <a:ln w="9525">
            <a:solidFill>
              <a:srgbClr val="33507A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912096" y="4311396"/>
            <a:ext cx="777240" cy="7772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6" name="Image 7" descr="/home/claude/pptx_build/icons/scarew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8634" y="4497934"/>
            <a:ext cx="404165" cy="40416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89136" y="5138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480060" y="141732"/>
            <a:ext cx="960120" cy="960120"/>
          </a:xfrm>
          <a:prstGeom prst="ellipse">
            <a:avLst/>
          </a:prstGeom>
          <a:solidFill>
            <a:srgbClr val="8E1F16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" name="Image 0" descr="/home/claude/pptx_build/icons/pretex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372161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#1 — TOP PRIORITY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Desk Pretexting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9464040" y="18288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555480" y="219456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378440" y="256032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Most-targeted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1495044" y="1700784"/>
            <a:ext cx="621792" cy="621792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2" name="Image 1" descr="/home/claude/pptx_build/icon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74" y="185001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23957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26883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LinkedIn / breach data for real employee details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3090672" y="1938528"/>
            <a:ext cx="219456" cy="201168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6" name="Shape 12"/>
          <p:cNvSpPr/>
          <p:nvPr/>
        </p:nvSpPr>
        <p:spPr>
          <a:xfrm>
            <a:off x="329184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283964" y="1700784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8" name="Image 2" descr="/home/claude/pptx_build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94" y="1850014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91840" y="23957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29000" y="26883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“Locked out, traveling, urgent board call in 5 min”</a:t>
            </a:r>
            <a:endParaRPr lang="en-US" sz="970" dirty="0"/>
          </a:p>
        </p:txBody>
      </p:sp>
      <p:sp>
        <p:nvSpPr>
          <p:cNvPr id="21" name="Shape 16"/>
          <p:cNvSpPr/>
          <p:nvPr/>
        </p:nvSpPr>
        <p:spPr>
          <a:xfrm>
            <a:off x="5879592" y="1938528"/>
            <a:ext cx="219456" cy="201168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22" name="Shape 17"/>
          <p:cNvSpPr/>
          <p:nvPr/>
        </p:nvSpPr>
        <p:spPr>
          <a:xfrm>
            <a:off x="60807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072884" y="1700784"/>
            <a:ext cx="621792" cy="621792"/>
          </a:xfrm>
          <a:prstGeom prst="ellipse">
            <a:avLst/>
          </a:prstGeom>
          <a:solidFill>
            <a:srgbClr val="D98E2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4" name="Image 3" descr="/home/claude/pptx_build/icons/un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114" y="1850014"/>
            <a:ext cx="323332" cy="3233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80760" y="23957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217920" y="26883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Pressures engineer to skip verification for a reset</a:t>
            </a:r>
            <a:endParaRPr lang="en-US" sz="970" dirty="0"/>
          </a:p>
        </p:txBody>
      </p:sp>
      <p:sp>
        <p:nvSpPr>
          <p:cNvPr id="27" name="Shape 21"/>
          <p:cNvSpPr/>
          <p:nvPr/>
        </p:nvSpPr>
        <p:spPr>
          <a:xfrm>
            <a:off x="8668512" y="1938528"/>
            <a:ext cx="219456" cy="201168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28" name="Shape 22"/>
          <p:cNvSpPr/>
          <p:nvPr/>
        </p:nvSpPr>
        <p:spPr>
          <a:xfrm>
            <a:off x="88696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6F8FA"/>
          </a:solidFill>
          <a:ln/>
        </p:spPr>
      </p:sp>
      <p:sp>
        <p:nvSpPr>
          <p:cNvPr id="29" name="Shape 23"/>
          <p:cNvSpPr/>
          <p:nvPr/>
        </p:nvSpPr>
        <p:spPr>
          <a:xfrm>
            <a:off x="9861804" y="1700784"/>
            <a:ext cx="621792" cy="621792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0" name="Image 4" descr="/home/claude/pptx_build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1034" y="1850014"/>
            <a:ext cx="323332" cy="3233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69680" y="23957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006840" y="26883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reset granted — attacker is in</a:t>
            </a:r>
            <a:endParaRPr lang="en-US" sz="970" dirty="0"/>
          </a:p>
        </p:txBody>
      </p:sp>
      <p:sp>
        <p:nvSpPr>
          <p:cNvPr id="33" name="Shape 26"/>
          <p:cNvSpPr/>
          <p:nvPr/>
        </p:nvSpPr>
        <p:spPr>
          <a:xfrm>
            <a:off x="502920" y="352044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DEDEC"/>
          </a:solidFill>
          <a:ln/>
        </p:spPr>
      </p:sp>
      <p:sp>
        <p:nvSpPr>
          <p:cNvPr id="34" name="Text 27"/>
          <p:cNvSpPr/>
          <p:nvPr/>
        </p:nvSpPr>
        <p:spPr>
          <a:xfrm>
            <a:off x="77724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77240" y="40233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Urgency + can't complete normal verification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777240" y="46817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Name-dropping seniority to pressure engineer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77240" y="534009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Irritation when questioned further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263640" y="35204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0E4C7A"/>
          </a:solidFill>
          <a:ln/>
        </p:spPr>
      </p:sp>
      <p:sp>
        <p:nvSpPr>
          <p:cNvPr id="39" name="Shape 32"/>
          <p:cNvSpPr/>
          <p:nvPr/>
        </p:nvSpPr>
        <p:spPr>
          <a:xfrm>
            <a:off x="6583680" y="3840480"/>
            <a:ext cx="640080" cy="640080"/>
          </a:xfrm>
          <a:prstGeom prst="ellipse">
            <a:avLst/>
          </a:prstGeom>
          <a:solidFill>
            <a:srgbClr val="0A3A5F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0" name="Image 5" descr="/home/claude/pptx_build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99" y="3994099"/>
            <a:ext cx="332842" cy="33284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40664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RESPONSE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537960" y="4251960"/>
            <a:ext cx="48463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callback, video check, or manager co-sign required before ANY password/MFA reset — no exceptions for urgency or seniority. Retire “what's your employee ID” style questions; that data is public.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#2 &amp; #3 — The “Fake Fix” Pair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arrives by phone, one by screen — both end with the victim acting on the attacker's behalf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VISHING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97480" y="123444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2980944" y="1481328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claude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007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11880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email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phone number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13832" y="1673352"/>
            <a:ext cx="201168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1" name="Shape 8"/>
          <p:cNvSpPr/>
          <p:nvPr/>
        </p:nvSpPr>
        <p:spPr>
          <a:xfrm>
            <a:off x="5696712" y="123444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5980176" y="1481328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3" name="Image 1" descr="/home/claude/pptx_build/icons/call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239" y="161739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1112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calls;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“support” answers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513064" y="1673352"/>
            <a:ext cx="201168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6" name="Shape 12"/>
          <p:cNvSpPr/>
          <p:nvPr/>
        </p:nvSpPr>
        <p:spPr>
          <a:xfrm>
            <a:off x="8695944" y="123444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979408" y="1481328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8" name="Image 2" descr="/home/claude/pptx_build/icons/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471" y="161739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10344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Talked into installing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tool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697480" y="2377440"/>
            <a:ext cx="9006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verify via an independently sourced number — never a number from the email/popup itself.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" y="2971800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0E4C7A"/>
          </a:solidFill>
          <a:ln/>
        </p:spPr>
      </p:sp>
      <p:sp>
        <p:nvSpPr>
          <p:cNvPr id="22" name="Text 17"/>
          <p:cNvSpPr/>
          <p:nvPr/>
        </p:nvSpPr>
        <p:spPr>
          <a:xfrm>
            <a:off x="502920" y="29718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697480" y="292608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24" name="Shape 19"/>
          <p:cNvSpPr/>
          <p:nvPr/>
        </p:nvSpPr>
        <p:spPr>
          <a:xfrm>
            <a:off x="2980944" y="3172968"/>
            <a:ext cx="566928" cy="566928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5" name="Image 3" descr="/home/claude/pptx_build/icons/scarew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7" y="3309031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11880" y="3063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CAPTCHA 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a webpage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513832" y="3364992"/>
            <a:ext cx="201168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28" name="Shape 22"/>
          <p:cNvSpPr/>
          <p:nvPr/>
        </p:nvSpPr>
        <p:spPr>
          <a:xfrm>
            <a:off x="5696712" y="292608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29" name="Shape 23"/>
          <p:cNvSpPr/>
          <p:nvPr/>
        </p:nvSpPr>
        <p:spPr>
          <a:xfrm>
            <a:off x="5980176" y="3172968"/>
            <a:ext cx="566928" cy="566928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0" name="Image 4" descr="/home/claude/pptx_build/icons/clickfi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239" y="3309031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11112" y="3063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 it” instructs: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Run, paste command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513064" y="3364992"/>
            <a:ext cx="201168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33" name="Shape 26"/>
          <p:cNvSpPr/>
          <p:nvPr/>
        </p:nvSpPr>
        <p:spPr>
          <a:xfrm>
            <a:off x="8695944" y="2926080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F6F8FA"/>
          </a:solidFill>
          <a:ln/>
        </p:spPr>
      </p:sp>
      <p:sp>
        <p:nvSpPr>
          <p:cNvPr id="34" name="Shape 27"/>
          <p:cNvSpPr/>
          <p:nvPr/>
        </p:nvSpPr>
        <p:spPr>
          <a:xfrm>
            <a:off x="8979408" y="3172968"/>
            <a:ext cx="566928" cy="566928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5" name="Image 5" descr="/home/claude/pptx_build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71" y="3309031"/>
            <a:ext cx="294803" cy="29480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610344" y="30632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executes —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installed silently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2697480" y="4069080"/>
            <a:ext cx="9006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no legitimate site ever needs you to open Run/PowerShell to “verify” anything — report it.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502920" y="466344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17203A"/>
          </a:solidFill>
          <a:ln/>
        </p:spPr>
      </p:sp>
      <p:sp>
        <p:nvSpPr>
          <p:cNvPr id="39" name="Shape 31"/>
          <p:cNvSpPr/>
          <p:nvPr/>
        </p:nvSpPr>
        <p:spPr>
          <a:xfrm>
            <a:off x="845820" y="4988052"/>
            <a:ext cx="777240" cy="777240"/>
          </a:xfrm>
          <a:prstGeom prst="ellipse">
            <a:avLst/>
          </a:prstGeom>
          <a:solidFill>
            <a:srgbClr val="D98E2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0" name="Image 6" descr="/home/claude/pptx_build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358" y="5174590"/>
            <a:ext cx="404165" cy="40416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874520" y="48463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WORK ON ENGINEERS SPECIFICALLY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874520" y="51663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Phone-in support requests and running commands are both completely normal parts of an engineer's day — which is exactly what makes these two attacks blend into routine work instead of standing out as suspicious.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&amp; 3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 Patterns to Recognize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channels, the same underlying playbook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21408" cy="4434840"/>
          </a:xfrm>
          <a:prstGeom prst="roundRect">
            <a:avLst>
              <a:gd name="adj" fmla="val 3879"/>
            </a:avLst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2121408" cy="109728"/>
          </a:xfrm>
          <a:prstGeom prst="roundRect">
            <a:avLst/>
          </a:prstGeom>
          <a:solidFill>
            <a:srgbClr val="0E4C7A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" y="1737360"/>
            <a:ext cx="914400" cy="91440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claude/pptx_build/icons/tailg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568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7432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200400"/>
            <a:ext cx="157276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19272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" y="3538728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you into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area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4389120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in individually,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70632" y="1417320"/>
            <a:ext cx="2121408" cy="4434840"/>
          </a:xfrm>
          <a:prstGeom prst="roundRect">
            <a:avLst>
              <a:gd name="adj" fmla="val 3879"/>
            </a:avLst>
          </a:prstGeom>
          <a:solidFill>
            <a:srgbClr val="F6F8FA"/>
          </a:solidFill>
          <a:ln/>
        </p:spPr>
      </p:sp>
      <p:sp>
        <p:nvSpPr>
          <p:cNvPr id="15" name="Shape 12"/>
          <p:cNvSpPr/>
          <p:nvPr/>
        </p:nvSpPr>
        <p:spPr>
          <a:xfrm>
            <a:off x="2770632" y="1417320"/>
            <a:ext cx="2121408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3374136" y="173736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7" name="Image 1" descr="/home/claude/pptx_build/icons/smis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5681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62072" y="27432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044952" y="3200400"/>
            <a:ext cx="157276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07792" y="3319272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2907792" y="3538728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SMS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link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907792" y="4389120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907792" y="4617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click; verify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app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38344" y="1417320"/>
            <a:ext cx="2121408" cy="4434840"/>
          </a:xfrm>
          <a:prstGeom prst="roundRect">
            <a:avLst>
              <a:gd name="adj" fmla="val 3879"/>
            </a:avLst>
          </a:prstGeom>
          <a:solidFill>
            <a:srgbClr val="F6F8FA"/>
          </a:solidFill>
          <a:ln/>
        </p:spPr>
      </p:sp>
      <p:sp>
        <p:nvSpPr>
          <p:cNvPr id="25" name="Shape 21"/>
          <p:cNvSpPr/>
          <p:nvPr/>
        </p:nvSpPr>
        <p:spPr>
          <a:xfrm>
            <a:off x="5038344" y="1417320"/>
            <a:ext cx="2121408" cy="109728"/>
          </a:xfrm>
          <a:prstGeom prst="roundRect">
            <a:avLst/>
          </a:prstGeom>
          <a:solidFill>
            <a:srgbClr val="3FC7B8"/>
          </a:solidFill>
          <a:ln/>
        </p:spPr>
      </p:sp>
      <p:sp>
        <p:nvSpPr>
          <p:cNvPr id="26" name="Shape 22"/>
          <p:cNvSpPr/>
          <p:nvPr/>
        </p:nvSpPr>
        <p:spPr>
          <a:xfrm>
            <a:off x="5641848" y="1737360"/>
            <a:ext cx="914400" cy="914400"/>
          </a:xfrm>
          <a:prstGeom prst="ellipse">
            <a:avLst/>
          </a:prstGeom>
          <a:solidFill>
            <a:srgbClr val="3FC7B8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7" name="Image 2" descr="/home/claude/pptx_build/icons/quis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1956816"/>
            <a:ext cx="475488" cy="4754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29784" y="27432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5312664" y="3200400"/>
            <a:ext cx="157276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75504" y="3319272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175504" y="3538728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swapped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dodge link scanners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175504" y="4389120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175504" y="4617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destination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scanning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306056" y="1417320"/>
            <a:ext cx="2121408" cy="4434840"/>
          </a:xfrm>
          <a:prstGeom prst="roundRect">
            <a:avLst>
              <a:gd name="adj" fmla="val 3879"/>
            </a:avLst>
          </a:prstGeom>
          <a:solidFill>
            <a:srgbClr val="F6F8FA"/>
          </a:solidFill>
          <a:ln/>
        </p:spPr>
      </p:sp>
      <p:sp>
        <p:nvSpPr>
          <p:cNvPr id="35" name="Shape 30"/>
          <p:cNvSpPr/>
          <p:nvPr/>
        </p:nvSpPr>
        <p:spPr>
          <a:xfrm>
            <a:off x="7306056" y="1417320"/>
            <a:ext cx="2121408" cy="109728"/>
          </a:xfrm>
          <a:prstGeom prst="roundRect">
            <a:avLst/>
          </a:prstGeom>
          <a:solidFill>
            <a:srgbClr val="D98E2A"/>
          </a:solidFill>
          <a:ln/>
        </p:spPr>
      </p:sp>
      <p:sp>
        <p:nvSpPr>
          <p:cNvPr id="36" name="Shape 31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D98E2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7" name="Image 3" descr="/home/claude/pptx_build/icons/b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956816"/>
            <a:ext cx="475488" cy="4754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97496" y="27432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7580376" y="3200400"/>
            <a:ext cx="157276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443216" y="3319272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7443216" y="3538728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“Exec” email 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payment/access change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443216" y="4389120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7443216" y="4617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a second,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channel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9573768" y="1417320"/>
            <a:ext cx="2121408" cy="4434840"/>
          </a:xfrm>
          <a:prstGeom prst="roundRect">
            <a:avLst>
              <a:gd name="adj" fmla="val 3879"/>
            </a:avLst>
          </a:prstGeom>
          <a:solidFill>
            <a:srgbClr val="F6F8FA"/>
          </a:solidFill>
          <a:ln/>
        </p:spPr>
      </p:sp>
      <p:sp>
        <p:nvSpPr>
          <p:cNvPr id="45" name="Shape 39"/>
          <p:cNvSpPr/>
          <p:nvPr/>
        </p:nvSpPr>
        <p:spPr>
          <a:xfrm>
            <a:off x="9573768" y="1417320"/>
            <a:ext cx="2121408" cy="109728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46" name="Shape 40"/>
          <p:cNvSpPr/>
          <p:nvPr/>
        </p:nvSpPr>
        <p:spPr>
          <a:xfrm>
            <a:off x="10177272" y="1737360"/>
            <a:ext cx="914400" cy="9144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7" name="Image 4" descr="/home/claude/pptx_build/icons/scarew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1956816"/>
            <a:ext cx="475488" cy="4754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665208" y="274320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9848088" y="3200400"/>
            <a:ext cx="1572768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9710928" y="3319272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9710928" y="3538728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Alarming popup demands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“fix”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9710928" y="4389120"/>
            <a:ext cx="1847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9710928" y="46177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via task manager;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through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4–8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920240"/>
            <a:ext cx="5120640" cy="512064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Stops All Eight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in this training follows the same three-part structure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C4E"/>
          </a:solidFill>
          <a:ln/>
        </p:spPr>
      </p:sp>
      <p:sp>
        <p:nvSpPr>
          <p:cNvPr id="6" name="Shape 4"/>
          <p:cNvSpPr/>
          <p:nvPr/>
        </p:nvSpPr>
        <p:spPr>
          <a:xfrm>
            <a:off x="2080260" y="1824228"/>
            <a:ext cx="868680" cy="86868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claude/pptx_buil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743" y="2032711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believable reason to act — urgency, authority, familiarity, curiosity.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87952" y="2587752"/>
            <a:ext cx="356616" cy="237744"/>
          </a:xfrm>
          <a:prstGeom prst="rightArrow">
            <a:avLst/>
          </a:prstGeom>
          <a:solidFill>
            <a:srgbClr val="7C93AB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16916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C4E"/>
          </a:solidFill>
          <a:ln/>
        </p:spPr>
      </p:sp>
      <p:sp>
        <p:nvSpPr>
          <p:cNvPr id="12" name="Shape 9"/>
          <p:cNvSpPr/>
          <p:nvPr/>
        </p:nvSpPr>
        <p:spPr>
          <a:xfrm>
            <a:off x="5783580" y="1824228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3" name="Image 1" descr="/home/claude/pptx_build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063" y="2032711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not to slow down — deadline, exhaustion, fear, seniority.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91272" y="2587752"/>
            <a:ext cx="356616" cy="237744"/>
          </a:xfrm>
          <a:prstGeom prst="rightArrow">
            <a:avLst/>
          </a:prstGeom>
          <a:solidFill>
            <a:srgbClr val="7C93AB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0" y="1691640"/>
            <a:ext cx="3383280" cy="1965960"/>
          </a:xfrm>
          <a:prstGeom prst="roundRect">
            <a:avLst>
              <a:gd name="adj" fmla="val 4186"/>
            </a:avLst>
          </a:prstGeom>
          <a:solidFill>
            <a:srgbClr val="1E2C4E"/>
          </a:solidFill>
          <a:ln/>
        </p:spPr>
      </p:sp>
      <p:sp>
        <p:nvSpPr>
          <p:cNvPr id="18" name="Shape 14"/>
          <p:cNvSpPr/>
          <p:nvPr/>
        </p:nvSpPr>
        <p:spPr>
          <a:xfrm>
            <a:off x="9486900" y="1824228"/>
            <a:ext cx="868680" cy="868680"/>
          </a:xfrm>
          <a:prstGeom prst="ellipse">
            <a:avLst/>
          </a:prstGeom>
          <a:solidFill>
            <a:srgbClr val="3FC7B8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9" name="Image 2" descr="/home/claude/pptx_build/icons/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383" y="2032711"/>
            <a:ext cx="451714" cy="45171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5820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to skip normal verification “just this once.”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22960" y="4023360"/>
            <a:ext cx="10543032" cy="1920240"/>
          </a:xfrm>
          <a:prstGeom prst="roundRect">
            <a:avLst>
              <a:gd name="adj" fmla="val 4286"/>
            </a:avLst>
          </a:prstGeom>
          <a:solidFill>
            <a:srgbClr val="0E4C7A"/>
          </a:solidFill>
          <a:ln/>
        </p:spPr>
      </p:sp>
      <p:sp>
        <p:nvSpPr>
          <p:cNvPr id="23" name="Shape 18"/>
          <p:cNvSpPr/>
          <p:nvPr/>
        </p:nvSpPr>
        <p:spPr>
          <a:xfrm>
            <a:off x="1165860" y="4411980"/>
            <a:ext cx="868680" cy="868680"/>
          </a:xfrm>
          <a:prstGeom prst="ellipse">
            <a:avLst/>
          </a:prstGeom>
          <a:solidFill>
            <a:srgbClr val="0A3A5F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4" name="Image 3" descr="/home/claude/pptx_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343" y="4620463"/>
            <a:ext cx="451714" cy="45171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2860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286000" y="457200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a credential, access, or command request + pressure to skip verification = STOP and verify independently — regardless of who it appears to be from, no exceptions.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Principle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Quick-Reference Cheat Sheet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this near your desk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5" name="Shape 3"/>
          <p:cNvSpPr/>
          <p:nvPr/>
        </p:nvSpPr>
        <p:spPr>
          <a:xfrm>
            <a:off x="1522476" y="1531620"/>
            <a:ext cx="685800" cy="6858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6" name="Image 0" descr="/home/claude/pptx_build/icons/pretex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16962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Pretexting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761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callback, every 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9272" y="1371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10" name="Shape 7"/>
          <p:cNvSpPr/>
          <p:nvPr/>
        </p:nvSpPr>
        <p:spPr>
          <a:xfrm>
            <a:off x="4338828" y="1531620"/>
            <a:ext cx="685800" cy="6858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1" name="Image 1" descr="/home/claude/pptx_build/icons/call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6962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10712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Vishing (TOAD)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56432" y="2761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 independently sourced numbers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35624" y="1371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1531620"/>
            <a:ext cx="685800" cy="68580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16" name="Image 2" descr="/home/claude/pptx_build/icons/clickf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6962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ClickFix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72784" y="2761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site needs Run/terminal — report it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51976" y="1371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9971532" y="1531620"/>
            <a:ext cx="685800" cy="6858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1" name="Image 3" descr="/home/claude/pptx_build/icons/tailga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16962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3416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089136" y="2761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in individually, always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657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25" name="Shape 19"/>
          <p:cNvSpPr/>
          <p:nvPr/>
        </p:nvSpPr>
        <p:spPr>
          <a:xfrm>
            <a:off x="1522476" y="3817620"/>
            <a:ext cx="685800" cy="685800"/>
          </a:xfrm>
          <a:prstGeom prst="ellipse">
            <a:avLst/>
          </a:prstGeom>
          <a:solidFill>
            <a:srgbClr val="0E4C7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26" name="Image 4" descr="/home/claude/pptx_build/icons/smish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068" y="39822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4360" y="4572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5047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click; verify via official app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19272" y="3657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30" name="Shape 23"/>
          <p:cNvSpPr/>
          <p:nvPr/>
        </p:nvSpPr>
        <p:spPr>
          <a:xfrm>
            <a:off x="4338828" y="3817620"/>
            <a:ext cx="685800" cy="685800"/>
          </a:xfrm>
          <a:prstGeom prst="ellipse">
            <a:avLst/>
          </a:prstGeom>
          <a:solidFill>
            <a:srgbClr val="3FC7B8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1" name="Image 5" descr="/home/claude/pptx_build/icons/quish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39822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10712" y="4572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456432" y="5047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destination before scanning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35624" y="3657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35" name="Shape 27"/>
          <p:cNvSpPr/>
          <p:nvPr/>
        </p:nvSpPr>
        <p:spPr>
          <a:xfrm>
            <a:off x="7155180" y="3817620"/>
            <a:ext cx="685800" cy="685800"/>
          </a:xfrm>
          <a:prstGeom prst="ellipse">
            <a:avLst/>
          </a:prstGeom>
          <a:solidFill>
            <a:srgbClr val="D98E2A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36" name="Image 6" descr="/home/claude/pptx_build/icons/be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9772" y="3982212"/>
            <a:ext cx="356616" cy="35661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27064" y="4572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272784" y="5047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8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a second, independent channel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51976" y="3657600"/>
            <a:ext cx="2724912" cy="2148840"/>
          </a:xfrm>
          <a:prstGeom prst="roundRect">
            <a:avLst>
              <a:gd name="adj" fmla="val 3404"/>
            </a:avLst>
          </a:prstGeom>
          <a:solidFill>
            <a:srgbClr val="EFF3F6"/>
          </a:solidFill>
          <a:ln/>
        </p:spPr>
      </p:sp>
      <p:sp>
        <p:nvSpPr>
          <p:cNvPr id="40" name="Shape 31"/>
          <p:cNvSpPr/>
          <p:nvPr/>
        </p:nvSpPr>
        <p:spPr>
          <a:xfrm>
            <a:off x="9971532" y="3817620"/>
            <a:ext cx="685800" cy="6858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41" name="Image 7" descr="/home/claude/pptx_build/icons/scarewar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6124" y="3982212"/>
            <a:ext cx="356616" cy="35661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43416" y="4572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089136" y="50474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via task manager; never click through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Card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6245352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Engineer Security Awareness Training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2026-07-29T12:15:55Z</dcterms:created>
  <dcterms:modified xsi:type="dcterms:W3CDTF">2026-07-29T12:15:55Z</dcterms:modified>
</cp:coreProperties>
</file>