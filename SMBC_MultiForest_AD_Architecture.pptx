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061220"/>
          </a:solidFill>
          <a:ln w="12700">
            <a:solidFill>
              <a:srgbClr val="06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Multi-Forest Active Directory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05840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SMBC APAC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7132320" cy="5486400"/>
          </a:xfrm>
          <a:prstGeom prst="rect">
            <a:avLst/>
          </a:prstGeom>
          <a:solidFill>
            <a:srgbClr val="0E2D4A">
              <a:alpha val="70000"/>
            </a:srgbClr>
          </a:solidFill>
          <a:ln w="19050">
            <a:solidFill>
              <a:srgbClr val="1E6FA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28600" y="594360"/>
            <a:ext cx="71323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60350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Forest 1  —  ASPA.SMBC.LOCAL  (Forest Root Domain)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27432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64B5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972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ASPA.SMBC.LOCAL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382573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Root Domain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1645920"/>
            <a:ext cx="0" cy="320040"/>
          </a:xfrm>
          <a:prstGeom prst="line">
            <a:avLst/>
          </a:prstGeom>
          <a:noFill/>
          <a:ln w="1524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65960"/>
            <a:ext cx="6492240" cy="0"/>
          </a:xfrm>
          <a:prstGeom prst="line">
            <a:avLst/>
          </a:prstGeom>
          <a:noFill/>
          <a:ln w="15240">
            <a:solidFill>
              <a:srgbClr val="2196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81528"/>
            <a:ext cx="6492240" cy="0"/>
          </a:xfrm>
          <a:prstGeom prst="line">
            <a:avLst/>
          </a:prstGeom>
          <a:noFill/>
          <a:ln w="10160">
            <a:solidFill>
              <a:srgbClr val="2196F3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1257300" y="1965960"/>
            <a:ext cx="0" cy="20116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67128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67128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03704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522647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48940" y="1965960"/>
            <a:ext cx="0" cy="20116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2167128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40280" y="2167128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2203704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31720" y="2522647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40580" y="1965960"/>
            <a:ext cx="0" cy="20116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2167128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31920" y="2167128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203704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2522647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32220" y="1965960"/>
            <a:ext cx="0" cy="20116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2167128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23560" y="2167128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203704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15000" y="2522647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57300" y="3081528"/>
            <a:ext cx="0" cy="24688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328416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3328416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364992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3683935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48940" y="3081528"/>
            <a:ext cx="0" cy="24688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40280" y="3328416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40280" y="3328416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31720" y="3364992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331720" y="3683935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40580" y="3081528"/>
            <a:ext cx="0" cy="24688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31920" y="3328416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931920" y="3328416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3364992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023360" y="3683935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Chi Minh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32220" y="3081528"/>
            <a:ext cx="0" cy="246888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23560" y="3328416"/>
            <a:ext cx="141732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623560" y="3328416"/>
            <a:ext cx="64008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3364992"/>
            <a:ext cx="13075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HNI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715000" y="3683935"/>
            <a:ext cx="13075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576072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All child domains share transitive intra-forest trusts via forest root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35240" y="594360"/>
            <a:ext cx="4297680" cy="5486400"/>
          </a:xfrm>
          <a:prstGeom prst="rect">
            <a:avLst/>
          </a:prstGeom>
          <a:solidFill>
            <a:srgbClr val="0C3528">
              <a:alpha val="65000"/>
            </a:srgbClr>
          </a:solidFill>
          <a:ln w="19050">
            <a:solidFill>
              <a:srgbClr val="1B8B5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635240" y="594360"/>
            <a:ext cx="4297680" cy="347472"/>
          </a:xfrm>
          <a:prstGeom prst="rect">
            <a:avLst/>
          </a:prstGeom>
          <a:solidFill>
            <a:srgbClr val="145C3C"/>
          </a:solidFill>
          <a:ln w="12700">
            <a:solidFill>
              <a:srgbClr val="145C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44968" y="60350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Forests  (Forest 2 – 5)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818120" y="1124712"/>
            <a:ext cx="1691640" cy="960120"/>
          </a:xfrm>
          <a:prstGeom prst="rect">
            <a:avLst/>
          </a:prstGeom>
          <a:solidFill>
            <a:srgbClr val="0C3528"/>
          </a:solidFill>
          <a:ln w="15240">
            <a:solidFill>
              <a:srgbClr val="1B8B5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818120" y="1124712"/>
            <a:ext cx="1691640" cy="219456"/>
          </a:xfrm>
          <a:prstGeom prst="rect">
            <a:avLst/>
          </a:prstGeom>
          <a:solidFill>
            <a:srgbClr val="145C3C"/>
          </a:solidFill>
          <a:ln w="12700">
            <a:solidFill>
              <a:srgbClr val="145C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18120" y="11247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818120" y="1344168"/>
            <a:ext cx="16916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818120" y="1747418"/>
            <a:ext cx="16916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Taipei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18120" y="21031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forest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180320" y="1124712"/>
            <a:ext cx="1691640" cy="960120"/>
          </a:xfrm>
          <a:prstGeom prst="rect">
            <a:avLst/>
          </a:prstGeom>
          <a:solidFill>
            <a:srgbClr val="0C3528"/>
          </a:solidFill>
          <a:ln w="15240">
            <a:solidFill>
              <a:srgbClr val="1B8B5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0180320" y="1124712"/>
            <a:ext cx="1691640" cy="219456"/>
          </a:xfrm>
          <a:prstGeom prst="rect">
            <a:avLst/>
          </a:prstGeom>
          <a:solidFill>
            <a:srgbClr val="145C3C"/>
          </a:solidFill>
          <a:ln w="12700">
            <a:solidFill>
              <a:srgbClr val="145C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180320" y="11247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3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180320" y="1344168"/>
            <a:ext cx="16916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80320" y="1747418"/>
            <a:ext cx="16916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180320" y="21031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forest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818120" y="2587752"/>
            <a:ext cx="1691640" cy="960120"/>
          </a:xfrm>
          <a:prstGeom prst="rect">
            <a:avLst/>
          </a:prstGeom>
          <a:solidFill>
            <a:srgbClr val="0C3528"/>
          </a:solidFill>
          <a:ln w="15240">
            <a:solidFill>
              <a:srgbClr val="1B8B5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818120" y="2587752"/>
            <a:ext cx="1691640" cy="219456"/>
          </a:xfrm>
          <a:prstGeom prst="rect">
            <a:avLst/>
          </a:prstGeom>
          <a:solidFill>
            <a:srgbClr val="145C3C"/>
          </a:solidFill>
          <a:ln w="12700">
            <a:solidFill>
              <a:srgbClr val="145C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18120" y="25877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4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818120" y="2807208"/>
            <a:ext cx="16916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818120" y="3210458"/>
            <a:ext cx="16916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818120" y="356616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forest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180320" y="2587752"/>
            <a:ext cx="1691640" cy="960120"/>
          </a:xfrm>
          <a:prstGeom prst="rect">
            <a:avLst/>
          </a:prstGeom>
          <a:solidFill>
            <a:srgbClr val="0C3528"/>
          </a:solidFill>
          <a:ln w="15240">
            <a:solidFill>
              <a:srgbClr val="1B8B5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0180320" y="2587752"/>
            <a:ext cx="1691640" cy="219456"/>
          </a:xfrm>
          <a:prstGeom prst="rect">
            <a:avLst/>
          </a:prstGeom>
          <a:solidFill>
            <a:srgbClr val="145C3C"/>
          </a:solidFill>
          <a:ln w="12700">
            <a:solidFill>
              <a:srgbClr val="145C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180320" y="25877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5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180320" y="2807208"/>
            <a:ext cx="169164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HKG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180320" y="3210458"/>
            <a:ext cx="16916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180320" y="356616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forest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498080" y="1604772"/>
            <a:ext cx="0" cy="14630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7360920" y="1604772"/>
            <a:ext cx="137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arrow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7498080" y="1604772"/>
            <a:ext cx="3200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none"/>
            <a:tailEnd type="arrow"/>
          </a:ln>
        </p:spPr>
      </p:sp>
      <p:sp>
        <p:nvSpPr>
          <p:cNvPr id="85" name="Shape 83"/>
          <p:cNvSpPr/>
          <p:nvPr/>
        </p:nvSpPr>
        <p:spPr>
          <a:xfrm>
            <a:off x="7360920" y="1842516"/>
            <a:ext cx="137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arrow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7498080" y="1842516"/>
            <a:ext cx="0" cy="25146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7498080" y="2084832"/>
            <a:ext cx="2682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none"/>
            <a:tailEnd type="arrow"/>
          </a:ln>
        </p:spPr>
      </p:sp>
      <p:sp>
        <p:nvSpPr>
          <p:cNvPr id="88" name="Shape 86"/>
          <p:cNvSpPr/>
          <p:nvPr/>
        </p:nvSpPr>
        <p:spPr>
          <a:xfrm>
            <a:off x="7360920" y="3067812"/>
            <a:ext cx="137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arrow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7498080" y="3067812"/>
            <a:ext cx="3200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none"/>
            <a:tailEnd type="arrow"/>
          </a:ln>
        </p:spPr>
      </p:sp>
      <p:sp>
        <p:nvSpPr>
          <p:cNvPr id="90" name="Shape 88"/>
          <p:cNvSpPr/>
          <p:nvPr/>
        </p:nvSpPr>
        <p:spPr>
          <a:xfrm>
            <a:off x="7379208" y="2226564"/>
            <a:ext cx="777240" cy="201168"/>
          </a:xfrm>
          <a:prstGeom prst="rect">
            <a:avLst/>
          </a:prstGeom>
          <a:solidFill>
            <a:srgbClr val="1A1A0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79208" y="22265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Trust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550652" y="3799332"/>
            <a:ext cx="950976" cy="182880"/>
          </a:xfrm>
          <a:prstGeom prst="rect">
            <a:avLst/>
          </a:prstGeom>
          <a:solidFill>
            <a:srgbClr val="3B1010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50652" y="379933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with Forest 1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635240" y="5074920"/>
            <a:ext cx="4297680" cy="713232"/>
          </a:xfrm>
          <a:prstGeom prst="rect">
            <a:avLst/>
          </a:prstGeom>
          <a:solidFill>
            <a:srgbClr val="06122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772400" y="5111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772400" y="5367528"/>
            <a:ext cx="320040" cy="0"/>
          </a:xfrm>
          <a:prstGeom prst="line">
            <a:avLst/>
          </a:prstGeom>
          <a:noFill/>
          <a:ln w="19050">
            <a:solidFill>
              <a:srgbClr val="1E6FA8"/>
            </a:solidFill>
            <a:prstDash val="dash"/>
          </a:ln>
        </p:spPr>
      </p:sp>
      <p:sp>
        <p:nvSpPr>
          <p:cNvPr id="97" name="Text 95"/>
          <p:cNvSpPr/>
          <p:nvPr/>
        </p:nvSpPr>
        <p:spPr>
          <a:xfrm>
            <a:off x="8138160" y="525780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boundary (dashed)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9189720" y="5367528"/>
            <a:ext cx="320040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555480" y="525780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Intra-forest (parent-child trust)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0607040" y="5367528"/>
            <a:ext cx="3200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01" name="Text 99"/>
          <p:cNvSpPr/>
          <p:nvPr/>
        </p:nvSpPr>
        <p:spPr>
          <a:xfrm>
            <a:off x="10972800" y="525780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Inter-forest trust (bi-directional)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61220"/>
          </a:solidFill>
          <a:ln w="12700">
            <a:solidFill>
              <a:srgbClr val="06122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6720840"/>
            <a:ext cx="1161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SMBC APAC IT Infrastructure  |  Active Directory Multi-Forest Architecture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2026-04-01T23:41:56Z</dcterms:created>
  <dcterms:modified xsi:type="dcterms:W3CDTF">2026-04-01T23:41:56Z</dcterms:modified>
</cp:coreProperties>
</file>