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Backup Vaults vs. Rubrik UCL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Comparison: Operational Backup vs. Cyber Resilience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Backup Vaults: Native, policy-driven, infrastructure-centric operational recovery.</a:t>
            </a:r>
          </a:p>
          <a:p>
            <a:pPr/>
            <a:r>
              <a:t>Rubrik UCL: SaaS-managed, security-centric, multi-cloud cyber resilience platform.</a:t>
            </a:r>
          </a:p>
          <a:p>
            <a:pPr/>
            <a:r>
              <a:t>The fundamental decision: Operational efficiency (Azure) vs. Threat hunting and cross-platform orchestration (Rubrik).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Comparison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Architecture: Azure is PaaS/ARM-integrated; Rubrik is SaaS-based control plane.</a:t>
            </a:r>
          </a:p>
          <a:p>
            <a:pPr/>
            <a:r>
              <a:t>Licensing: Azure is usage-based/consumption; Rubrik is FETB (Front-End Terabyte) subscription.</a:t>
            </a:r>
          </a:p>
          <a:p>
            <a:pPr/>
            <a:r>
              <a:t>Workload Scope: Azure focuses on native Azure; Rubrik supports hybrid, multi-cloud, and SaaS.</a:t>
            </a:r>
          </a:p>
          <a:p>
            <a:pPr/>
            <a:r>
              <a:t>Key Differentiator: Rubrik provides automated threat hunting and DSPM (Data Security Posture Management).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Cyber Resilience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Immutability: Both support immutable storage (Vault-Lock vs. Atlas file system).</a:t>
            </a:r>
          </a:p>
          <a:p>
            <a:pPr/>
            <a:r>
              <a:t>Threat Detection: Rubrik utilizes machine learning to detect ransomware-like encryption patterns.</a:t>
            </a:r>
          </a:p>
          <a:p>
            <a:pPr/>
            <a:r>
              <a:t>Remediation: Rubrik provides automated threat hunting and quarantined snapshot scans to prevent reinfection.</a:t>
            </a:r>
          </a:p>
          <a:p>
            <a:pPr/>
            <a:r>
              <a:t>Key Management: Both support Customer-Managed Keys (CMK) via Azure Key Vault.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Azure Backup Vaults for: Pure Azure environments, budget-conscious TCO, and tight Azure native integration.</a:t>
            </a:r>
          </a:p>
          <a:p>
            <a:pPr/>
            <a:r>
              <a:t>Choose Rubrik UCL for: Hybrid/multi-cloud footprints, advanced ransomware defense, rapid orchestrated recovery, and global policy compliance.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