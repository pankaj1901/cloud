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Objective: Compare Azure Backup Vaults vs Rubrik UCL across security, cost, operations and enterprise suitability.</a:t>
            </a:r>
            <a:br/>
            <a:r>
              <a:t>Recommendation: Azure Backup for Azure-first; Rubrik UCL for hybrid/multi-cloud regulated enterprises.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Production workloads -&gt; Backup policies -&gt; Option A: Azure Backup Vault (LRS/ZRS/GRS/GZRS)</a:t>
            </a:r>
            <a:br/>
            <a:r>
              <a:t>Option B: Rubrik Cluster -&gt; UCL (Azure Blob, Immutable, Private Endpoint, CMK).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Azure manages storage/catalog vs Rubrik customer-owned storage and catalog.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Rubrik leads for heterogeneous platforms, Kubernetes, NAS, Oracle, Nutanix.</a:t>
            </a:r>
            <a:br/>
            <a:r>
              <a:t>Azure excels for Azure-native.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Azure, VMware, Hyper-V, AWS/GCP partial vs Rubrik broad multi-cloud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Encryption, immutability, RBAC, CMK, Private Endpoints compared.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Rubrik provides advanced recovery validation and orchestration.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Ransomware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Rubrik: anomaly detection, threat hunting, clean recovery.</a:t>
            </a:r>
            <a:br/>
            <a:r>
              <a:t>Azure: immutable vault, soft delete, backup lock.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Azure: Microsoft-managed storage.</a:t>
            </a:r>
            <a:br/>
            <a:r>
              <a:t>Rubrik: Customer-owned Azure Blob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ISO27001, SOC2, PCI DSS, HIPAA, MAS TRM, GDPR, RBI supported.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Private endpoints, ExpressRoute, VNET; Rubrik adds WAN optimization.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Both scale to PB workloads; Rubrik stronger cross-cloud.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Provisioning, policy, reporting, APIs compared.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Azure: protected instances + storage.</a:t>
            </a:r>
            <a:br/>
            <a:r>
              <a:t>Rubrik: license + blob storage + transactions.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Illustrative 3-Year TCO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Azure lower Azure-only TCO; Rubrik higher upfront but lower cyber-risk.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Decision matrix by workload and enterprise profile.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Banking Industry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Banking: Rubrik stronger cyber resilience and hybrid support.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Overall: Azure wins simplicity/cost; Rubrik wins enterprise cyber resilience.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