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011680"/>
            <a:ext cx="7315200" cy="73152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023360"/>
            <a:ext cx="6400800" cy="64008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Cyber Resilience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Backup Vaults  vs  Rubrik UCL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comparison across features, security controls, cost, and operating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philosophies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is a cloud-native, PaaS backup service embedded in Azure. Rubrik UCL is a vendor-neutral data-security platform licensed per front-end TB (FETB), spanning cloud, SaaS, and on-prem.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5819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offer immutability, MFA-style safeguards and anomaly detection. Rubrik leads on ransomware investigation, sensitive-data discovery and clean-recovery workflows; Azure leads on native identity integration (Entra ID, RBAC, Resource Guard).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965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pay-as-you-go per protected instance + consumed storage — low entry cost, variable at scale. Rubrik: committed subscription per FETB — predictable, but a material fixed commitment.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965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lens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Azure-only estates with standard workloads favor Azure Backup. Hybrid / multi-cloud estates, strict cyber-recovery SLAs, or M365+VMware coverage favor Rubrik — often as a complement, not a replacement.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Comparing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B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Backup Vaults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first-party PaaS backup 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Services vaults + Backup vaults managed natively in Azure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Azure VMs, SQL/SAP HANA/ASE in VMs, Azure Files &amp; Blobs, Disks, PostgreSQL, AKS, and on-prem via MARS/Azure Backup Server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data held in a Microsoft-managed tenant, isolated from production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at scale via Azure Business Continuity Center, Policy, and RBAC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to deploy; billed monthly per instance + storage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7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Rubrik UCL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Cloud License on Rubrik Security 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license covering Rubrik Cloud Native Protection and Cloud Cluster-ES for public-cloud workloads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Customer-hosted, or Rubrik-hosted on Rubrik Cloud Vault (RCV) with added security features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across Azure, AWS, VMware, physical, databases, NAS and SaaS (M365) — single policy engine (SLA domains)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Zero-trust, logically air-gapped architecture with built-in ransomware analytics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front-end TB (FETB) of protected data, before dedupe/compression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Set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Backup Vaults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Rubrik UCL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Azure-centric: VMs, SQL/SAP HANA, Files, Blobs, Disks, PostgreSQL, AKS; limited on-prem (MARS/MABS)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Broad: cloud VMs &amp; DBs, VMware/Hyper-V, physical, NAS, M365, Salesforce (add-ons); true hybrid/multi-cloud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policies per vault/workload type; Azure Policy for 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declarative SLA domains applied uniformly across all workloads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VM, disk, file-level, cross-region &amp; cross-subscription restore; instant restore from snapshots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Instant/Live Mount recovery, granular file &amp; object recovery, mass recovery 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&amp; indexing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Item-level restore per workload; limited global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metadata search across all backups and locations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&amp;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Center / BCC dashboards, Azure Monitor, Log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SaaS dashboard, compliance reports, Ruby AI assistant, data-risk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ARM/Bicep, PowerShell, CLI, REST APIs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REST/GraphQL APIs, Terraform, workflow 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Controls Head-to-Head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2344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54680" y="12344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vaults (WORM); lock option makes it irreversible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D3A38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0" y="12344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natively immutable filesystem; retention lock; logical air gap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safeguards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21031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up to 180 days; secure-by-default 14-day soft delete at no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60920" y="21031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D3A38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21031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lock + two-person-rule approvals for destructive actions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Privileged-operation control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29718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54680" y="29718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Authorization via Resource Guard; Entra ID RBAC, PIM, MFA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29718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D3A38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29718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authorization, MFA (TOTP), granular RBAC in Rubrik Security Cloud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38404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38404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(Microsoft- or customer-managed keys), TLS 1.2+ in transit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60920" y="38404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D3A38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38404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&amp; in transit; customer key options; hosted data in hardened RCV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017520" y="47091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54680" y="47091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 and Azure Monitor security alerts on suspicious backup activity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47091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D3A38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47091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Radar-class anomaly detection, malware/threat hunting inside backups, sensitive-data discovery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577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recovery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017520" y="55778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54680" y="55778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restore, restore-point integrity via soft delete + immutability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55778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D3A38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98080" y="55778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last clean snapshot, quarantine infected files, orchestrated clean mass recovery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17520" y="932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F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60920" y="932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UCL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Commercial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— consumption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protected-instance fee + storage consumed (LRS/ZRS/GRS tiers; Standard vs Archive)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Indicative: a 1 TB VM estate with daily backups, 30-day retention, 12-month GRS and 5-year archive runs roughly $250–350/month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Restore/egress and cross-region costs apply; retention length is the biggest driver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commitment; scales down as easily as up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UCL — subscription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per front-end TB (FETB) — primary data volume before dedupe/compression — typically 1–3 year terms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continuously measured against purchased capacity entitlement; overages trigger true-ups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Rubrik-hosted UCL bundles RCV storage &amp; extra security; customer-hosted uses your Azure storage (adds Azure infra cost)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spend, but a committed floor; security bundles priced by edition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8FC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4956048"/>
            <a:ext cx="8595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usually wins on entry cost and elasticity for Azure-only estates. Rubrik's FETB model becomes competitive when one contract consolidates multiple point tools (cloud + on-prem + M365) and when cyber-recovery capability is valued as risk reduction, not just storage.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Governance &amp; Ecosystem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effort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0" y="13716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13716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per vault in minutes; no infra. Skills: standard Azure admin.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13716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13716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control plane + cloud cluster deployment; dedicated platform to learn and run.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governance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840480" y="26060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26060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Entra ID, Azure RBAC, Policy, PIM, activity logs — one governance plane.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26060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0" y="26060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RBAC/SSO (SAML) integrating with Entra ID; separate admin domain adds isolation from a compromised Azure tenant.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886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lock-in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84048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77640" y="38404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Azure dependency; zero-cost integration but Azure-only reach.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1812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38404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control plane portable across clouds; adds a second strategic vendor and contract.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5394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SLA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840480" y="50749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77640" y="5074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support plans; service SLAs per Azure Backup.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50749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955280" y="5074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support bundled with subscription; recovery warranty options on higher editions.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A7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1812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7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UCL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Watch-outs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4983480"/>
          </a:xfrm>
          <a:prstGeom prst="roundRect">
            <a:avLst>
              <a:gd name="adj" fmla="val 1468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7B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Backup Vaults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for Azure workloads; fastest time-to-value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entry cost; pure pay-as-you-go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 (soft delete, immutability, MUA) largely free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governance plane with Entra ID / Policy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Azure-only reach; weak for VMware, M365, multi-cloud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 across two vault types &amp; workloads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Cyber-recovery tooling (threat hunting, clean-restore) is thinner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40680" cy="4983480"/>
          </a:xfrm>
          <a:prstGeom prst="roundRect">
            <a:avLst>
              <a:gd name="adj" fmla="val 1468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7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Rubrik UCL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&amp; policy engine for hybrid/multi-cloud + SaaS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cyber-recovery workflow: detect, hunt, quarantine, clean restore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air gap and control plane independent of the Azure tenant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committed pricing; consolidates point 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663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FETB spend; true-ups on growth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platform, skills and vendor relationship to manage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 tied to specific bundles/editions — scrutinize the SKU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Framework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Azure Backup when…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481328"/>
            <a:ext cx="7269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is predominantly Azure-native; budgets favor OpEx elasticity; standard RPO/RTO; team is Azure-skilled and wants no new platforms.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154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Rubrik UCL when…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3127248"/>
            <a:ext cx="7269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spans on-prem + multi-cloud + M365; board-level ransomware-recovery mandates; need for provable clean recovery, global search, and data-risk visibility; tool consolidation is a goal.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when…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4773168"/>
            <a:ext cx="7269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covers commodity Azure workloads cheaply, while Rubrik protects crown-jewel systems and non-Azure estate — a common pattern in regulated enterprises.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38912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Vaults vs Rubrik UCL  · 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the decision to cyber-recovery risk appetite and estate shape — not backup cost alone.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16736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31673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FETB by workload class (Azure, on-prem, M365) and current tool spend.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22860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4448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53512" y="3200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80944" y="3611880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cost: Azure Backup consumption vs Rubrik FETB quote incl. RCV/egress; include tool-consolidation savings.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4" y="22860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21224" y="3200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recovery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48656" y="3611880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ransomware-recovery tabletop; score each option on time-to-clean-restore.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51776" y="22860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19872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11987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88936" y="3200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16368" y="3611880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 POC on one crown-jewel workload; validate immutability, MUA/quorum, and restore SLAs.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19488" y="22860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11304F"/>
          </a:solidFill>
          <a:ln/>
          <a:effectLst>
            <a:outerShdw sx="100000" sy="100000" kx="0" ky="0" algn="bl" rotWithShape="0" blurRad="76200" dist="25400" dir="5400000">
              <a:srgbClr val="AAB8CC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387584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1038758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756648" y="3200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84080" y="3611880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TCO + risk scorecard to the steering committee; contract with exit clauses and growth bands.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decision: end of Q3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2026-07-20T08:48:46Z</dcterms:created>
  <dcterms:modified xsi:type="dcterms:W3CDTF">2026-07-20T08:48:46Z</dcterms:modified>
</cp:coreProperties>
</file>