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transitioning from ad-hoc access to a structured model using standard AD group nesting.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objective is to enable cross-forest administration without over-privileging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groups are scoped for their domain; they cannot be the direct ACL entity in a target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the AGDLP strategy ensures that the target domain controls the actual access rights.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boundaries require specific group types to bridge identities across forests.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flows from Identity to Role to Resource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any implementation, the infrastructure foundation (DNS/Trust) must be rock solid.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order: Source identity -&gt; Role group -&gt; Resource-side permission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must include both success scenarios and 'access denied' failure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maintained by restricting access to the minimum required for the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forward with pilot testing in a non-production environment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Cross-Forest Administrative Access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 Design for RDP and Domain Administration</a:t>
            </a:r>
          </a:p>
          <a:p>
            <a:r>
              <a:t>Infrastructure Architecture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Modernize administrative access across multi-forest environments.</a:t>
            </a:r>
          </a:p>
          <a:p>
            <a:pPr/>
            <a:r>
              <a:t>- Implement least-privilege principles via role-based access.</a:t>
            </a:r>
          </a:p>
          <a:p>
            <a:pPr/>
            <a:r>
              <a:t>- Standardize group scope usage (AGDLP/AGUDLP).</a:t>
            </a:r>
          </a:p>
          <a:p>
            <a:pPr/>
            <a:r>
              <a:t>- Ensure auditability and compliance for privileged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Requirement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Secure administrative account creation in Source Forest/Domain.</a:t>
            </a:r>
          </a:p>
          <a:p>
            <a:pPr/>
            <a:r>
              <a:t>- Provision RDP access to managed servers.</a:t>
            </a:r>
          </a:p>
          <a:p>
            <a:pPr/>
            <a:r>
              <a:t>- Provide delegated administrative access to resources across child domains and a separate trusted forest.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Design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Risk of excessive privilege (Domain Admin overuse).</a:t>
            </a:r>
          </a:p>
          <a:p>
            <a:pPr/>
            <a:r>
              <a:t>- Direct Global Group reuse across forests is not supported for permissioning.</a:t>
            </a:r>
          </a:p>
          <a:p>
            <a:pPr/>
            <a:r>
              <a:t>- Need for clear trust boundary segregation.</a:t>
            </a:r>
          </a:p>
          <a:p>
            <a:pPr/>
            <a:r>
              <a:t>- Complexity of cross-forest name resolution and authentication.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Access Model (AGDLP/AGUDLP)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Account: Dedicated Privileged ID in Source Domain.</a:t>
            </a:r>
          </a:p>
          <a:p>
            <a:pPr/>
            <a:r>
              <a:t>- Role: Global Group (Source Domain) or Universal Group (Same-Forest).</a:t>
            </a:r>
          </a:p>
          <a:p>
            <a:pPr/>
            <a:r>
              <a:t>- Permission: Domain Local Group (Target Domain/Resource).</a:t>
            </a:r>
          </a:p>
          <a:p>
            <a:pPr/>
            <a:r>
              <a:t>- RDP Access: Controlled via Target-Side 'Remote Desktop Users' group.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Scope &amp; Trust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Global Groups: Collect accounts in their home domain.</a:t>
            </a:r>
          </a:p>
          <a:p>
            <a:pPr/>
            <a:r>
              <a:t>- Universal Groups: Aggregate roles across domains within the same forest.</a:t>
            </a:r>
          </a:p>
          <a:p>
            <a:pPr/>
            <a:r>
              <a:t>- Domain Local Groups: Final permission vehicle in the resource domain.</a:t>
            </a:r>
          </a:p>
          <a:p>
            <a:pPr/>
            <a:r>
              <a:t>- Foreign Security Principals: Used when external identities are added to local groups.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Forest A (Source) -&gt; Trust -&gt; Forest B (Target).</a:t>
            </a:r>
          </a:p>
          <a:p>
            <a:pPr/>
            <a:r>
              <a:t>- Admin ID (A) -&gt; Global Group (A) -&gt; Universal Group (A) -&gt; [Trust] -&gt; Domain Local Group (B).</a:t>
            </a:r>
          </a:p>
          <a:p>
            <a:pPr/>
            <a:r>
              <a:t>- Domain Local Group (B) assigned to RDP/Local Admin rights on Target Servers.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Pre-requisite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Validated forest trust (two-way recommended).</a:t>
            </a:r>
          </a:p>
          <a:p>
            <a:pPr/>
            <a:r>
              <a:t>- DNS resolution across all participating domains.</a:t>
            </a:r>
          </a:p>
          <a:p>
            <a:pPr/>
            <a:r>
              <a:t>- Hardened administrative jump hosts.</a:t>
            </a:r>
          </a:p>
          <a:p>
            <a:pPr/>
            <a:r>
              <a:t>- Approved change window for GPO modifications.</a:t>
            </a:r>
          </a:p>
          <a:p>
            <a:pPr/>
            <a:r>
              <a:t>- Documented naming standard for privileged accounts.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Create account with naming convention.</a:t>
            </a:r>
          </a:p>
          <a:p>
            <a:pPr/>
            <a:r>
              <a:t>2. Create role-based Global Group.</a:t>
            </a:r>
          </a:p>
          <a:p>
            <a:pPr/>
            <a:r>
              <a:t>3. Add account to Global Group.</a:t>
            </a:r>
          </a:p>
          <a:p>
            <a:pPr/>
            <a:r>
              <a:t>4. Create target-side Domain Local Group (RDP/Admin).</a:t>
            </a:r>
          </a:p>
          <a:p>
            <a:pPr/>
            <a:r>
              <a:t>5. Configure Restricted Groups or GPO via Domain Local Group.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Verify account group membership (recursive).</a:t>
            </a:r>
          </a:p>
          <a:p>
            <a:pPr/>
            <a:r>
              <a:t>- Test RDP logon to authorized targets only.</a:t>
            </a:r>
          </a:p>
          <a:p>
            <a:pPr/>
            <a:r>
              <a:t>- Verify access denied on unauthorized targets.</a:t>
            </a:r>
          </a:p>
          <a:p>
            <a:pPr/>
            <a:r>
              <a:t>- Check audit logs for Event ID 4624.</a:t>
            </a:r>
          </a:p>
          <a:p>
            <a:pPr/>
            <a:r>
              <a:t>- Audit local group memberships on target servers.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Risks &amp;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Risk: Lateral movement.</a:t>
            </a:r>
          </a:p>
          <a:p>
            <a:pPr/>
            <a:r>
              <a:t>- Risk: Over-privilege.</a:t>
            </a:r>
          </a:p>
          <a:p>
            <a:pPr/>
            <a:r>
              <a:t>- Control: Just-in-Time (JIT) access where possible.</a:t>
            </a:r>
          </a:p>
          <a:p>
            <a:pPr/>
            <a:r>
              <a:t>- Control: Strict separation of Admin/User accounts.</a:t>
            </a:r>
          </a:p>
          <a:p>
            <a:pPr/>
            <a:r>
              <a:t>- Control: Restricted groups via GPO.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Implement strictly per AGDLP strategy.</a:t>
            </a:r>
          </a:p>
          <a:p>
            <a:pPr/>
            <a:r>
              <a:t>- Review and audit privileged access quarterly.</a:t>
            </a:r>
          </a:p>
          <a:p>
            <a:pPr/>
            <a:r>
              <a:t>- Adopt Tiered Administration models.</a:t>
            </a:r>
          </a:p>
          <a:p>
            <a:pPr/>
            <a:r>
              <a:t>- Schedule formal security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